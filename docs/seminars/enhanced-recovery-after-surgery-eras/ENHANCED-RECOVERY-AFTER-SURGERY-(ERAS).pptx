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4" r:id="rId3"/>
    <p:sldId id="295" r:id="rId4"/>
    <p:sldId id="269" r:id="rId5"/>
    <p:sldId id="270" r:id="rId6"/>
    <p:sldId id="296" r:id="rId7"/>
    <p:sldId id="259" r:id="rId8"/>
    <p:sldId id="260" r:id="rId9"/>
    <p:sldId id="292" r:id="rId10"/>
    <p:sldId id="261" r:id="rId11"/>
    <p:sldId id="272" r:id="rId12"/>
    <p:sldId id="273" r:id="rId13"/>
    <p:sldId id="274" r:id="rId14"/>
    <p:sldId id="262" r:id="rId15"/>
    <p:sldId id="276" r:id="rId16"/>
    <p:sldId id="268" r:id="rId17"/>
    <p:sldId id="265" r:id="rId18"/>
    <p:sldId id="263" r:id="rId19"/>
    <p:sldId id="279" r:id="rId20"/>
    <p:sldId id="280" r:id="rId21"/>
    <p:sldId id="266" r:id="rId22"/>
    <p:sldId id="291" r:id="rId23"/>
    <p:sldId id="285" r:id="rId24"/>
    <p:sldId id="297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image" Target="../media/image5.jp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AB4785-D09C-4351-B4BA-1F090BE0302E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5548F63-EE2D-4AC1-A024-6B46C4777E15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The patient is a partner in their own care (where possible)</a:t>
          </a:r>
          <a:endParaRPr lang="en-IN" dirty="0">
            <a:solidFill>
              <a:srgbClr val="002060"/>
            </a:solidFill>
          </a:endParaRPr>
        </a:p>
      </dgm:t>
    </dgm:pt>
    <dgm:pt modelId="{BCDD0C18-54F1-4471-ABA3-787F3C1B028C}" type="parTrans" cxnId="{F273FB9A-0A99-447E-B129-1CF4A0142A63}">
      <dgm:prSet/>
      <dgm:spPr/>
      <dgm:t>
        <a:bodyPr/>
        <a:lstStyle/>
        <a:p>
          <a:endParaRPr lang="en-IN"/>
        </a:p>
      </dgm:t>
    </dgm:pt>
    <dgm:pt modelId="{8B082DEA-8DBC-4515-AFF4-FB7781A205AA}" type="sibTrans" cxnId="{F273FB9A-0A99-447E-B129-1CF4A0142A63}">
      <dgm:prSet/>
      <dgm:spPr/>
      <dgm:t>
        <a:bodyPr/>
        <a:lstStyle/>
        <a:p>
          <a:endParaRPr lang="en-IN"/>
        </a:p>
      </dgm:t>
    </dgm:pt>
    <dgm:pt modelId="{6043D228-E9F9-4F2E-8CD6-DF1606615387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The patient is in the best possible </a:t>
          </a:r>
        </a:p>
        <a:p>
          <a:r>
            <a:rPr lang="en-IN" dirty="0">
              <a:solidFill>
                <a:srgbClr val="002060"/>
              </a:solidFill>
            </a:rPr>
            <a:t>condition perioperatively.</a:t>
          </a:r>
        </a:p>
      </dgm:t>
    </dgm:pt>
    <dgm:pt modelId="{63519209-706B-4FC1-8AF1-8E354226F17F}" type="parTrans" cxnId="{E6FC36A1-FF10-4C9D-A454-149B67F14E25}">
      <dgm:prSet/>
      <dgm:spPr/>
      <dgm:t>
        <a:bodyPr/>
        <a:lstStyle/>
        <a:p>
          <a:endParaRPr lang="en-IN"/>
        </a:p>
      </dgm:t>
    </dgm:pt>
    <dgm:pt modelId="{7BA43F12-A796-498C-B33D-0A3BC7CDA75D}" type="sibTrans" cxnId="{E6FC36A1-FF10-4C9D-A454-149B67F14E25}">
      <dgm:prSet/>
      <dgm:spPr/>
      <dgm:t>
        <a:bodyPr/>
        <a:lstStyle/>
        <a:p>
          <a:endParaRPr lang="en-IN"/>
        </a:p>
      </dgm:t>
    </dgm:pt>
    <dgm:pt modelId="{4EB512FD-64BF-43D0-ACED-4B66B5A8D8CD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The patient has the best possible </a:t>
          </a:r>
          <a:r>
            <a:rPr lang="en-US" b="1" u="sng" dirty="0">
              <a:solidFill>
                <a:srgbClr val="002060"/>
              </a:solidFill>
            </a:rPr>
            <a:t>evidence-based management </a:t>
          </a:r>
          <a:r>
            <a:rPr lang="en-US" dirty="0">
              <a:solidFill>
                <a:srgbClr val="002060"/>
              </a:solidFill>
            </a:rPr>
            <a:t>during peri-operative care that </a:t>
          </a:r>
          <a:r>
            <a:rPr lang="en-US" b="1" u="sng" dirty="0">
              <a:solidFill>
                <a:srgbClr val="002060"/>
              </a:solidFill>
            </a:rPr>
            <a:t>minimizes surgical &amp; anaesthetic harm.</a:t>
          </a:r>
          <a:endParaRPr lang="en-IN" b="1" u="sng" dirty="0">
            <a:solidFill>
              <a:srgbClr val="002060"/>
            </a:solidFill>
          </a:endParaRPr>
        </a:p>
      </dgm:t>
    </dgm:pt>
    <dgm:pt modelId="{749436AE-1025-4D90-B7F1-001ED80936EC}" type="parTrans" cxnId="{0E3D8D9E-2B9C-46CA-AE2F-775D8A0FD1A4}">
      <dgm:prSet/>
      <dgm:spPr/>
      <dgm:t>
        <a:bodyPr/>
        <a:lstStyle/>
        <a:p>
          <a:endParaRPr lang="en-IN"/>
        </a:p>
      </dgm:t>
    </dgm:pt>
    <dgm:pt modelId="{0B466677-E539-474C-A3AA-D2D6C6C882B5}" type="sibTrans" cxnId="{0E3D8D9E-2B9C-46CA-AE2F-775D8A0FD1A4}">
      <dgm:prSet/>
      <dgm:spPr/>
      <dgm:t>
        <a:bodyPr/>
        <a:lstStyle/>
        <a:p>
          <a:endParaRPr lang="en-IN"/>
        </a:p>
      </dgm:t>
    </dgm:pt>
    <dgm:pt modelId="{1B1B065F-3F57-4ED8-81A3-034F40C1B8D7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The patient experiences the best</a:t>
          </a:r>
          <a:endParaRPr lang="en-IN" dirty="0">
            <a:solidFill>
              <a:srgbClr val="002060"/>
            </a:solidFill>
          </a:endParaRPr>
        </a:p>
        <a:p>
          <a:r>
            <a:rPr lang="en-IN" dirty="0">
              <a:solidFill>
                <a:srgbClr val="002060"/>
              </a:solidFill>
            </a:rPr>
            <a:t>possible care and rehabilitation enabling them </a:t>
          </a:r>
          <a:r>
            <a:rPr lang="en-IN" u="sng" dirty="0">
              <a:solidFill>
                <a:srgbClr val="002060"/>
              </a:solidFill>
            </a:rPr>
            <a:t>to </a:t>
          </a:r>
          <a:r>
            <a:rPr lang="en-IN" b="1" u="sng" dirty="0">
              <a:solidFill>
                <a:srgbClr val="002060"/>
              </a:solidFill>
            </a:rPr>
            <a:t>return to their normal level of activity as soon as possible</a:t>
          </a:r>
          <a:r>
            <a:rPr lang="en-IN" b="1" dirty="0"/>
            <a:t>.</a:t>
          </a:r>
        </a:p>
      </dgm:t>
    </dgm:pt>
    <dgm:pt modelId="{22C563D2-5604-4FB8-8DC4-F2B5FB561D7B}" type="parTrans" cxnId="{F14BBB8D-9F7B-4F48-ADC7-23A9110990F1}">
      <dgm:prSet/>
      <dgm:spPr/>
      <dgm:t>
        <a:bodyPr/>
        <a:lstStyle/>
        <a:p>
          <a:endParaRPr lang="en-IN"/>
        </a:p>
      </dgm:t>
    </dgm:pt>
    <dgm:pt modelId="{7EE967A7-36FF-44D1-9F83-B007049C24D8}" type="sibTrans" cxnId="{F14BBB8D-9F7B-4F48-ADC7-23A9110990F1}">
      <dgm:prSet/>
      <dgm:spPr/>
      <dgm:t>
        <a:bodyPr/>
        <a:lstStyle/>
        <a:p>
          <a:endParaRPr lang="en-IN"/>
        </a:p>
      </dgm:t>
    </dgm:pt>
    <dgm:pt modelId="{F897DA31-1398-41B7-ACE1-D0ED6DBFD1F6}" type="pres">
      <dgm:prSet presAssocID="{22AB4785-D09C-4351-B4BA-1F090BE0302E}" presName="Name0" presStyleCnt="0">
        <dgm:presLayoutVars>
          <dgm:dir/>
          <dgm:resizeHandles val="exact"/>
        </dgm:presLayoutVars>
      </dgm:prSet>
      <dgm:spPr/>
    </dgm:pt>
    <dgm:pt modelId="{0A242356-FD25-498A-A52B-2C057ABB5D4F}" type="pres">
      <dgm:prSet presAssocID="{C5548F63-EE2D-4AC1-A024-6B46C4777E15}" presName="node" presStyleLbl="node1" presStyleIdx="0" presStyleCnt="4">
        <dgm:presLayoutVars>
          <dgm:bulletEnabled val="1"/>
        </dgm:presLayoutVars>
      </dgm:prSet>
      <dgm:spPr/>
    </dgm:pt>
    <dgm:pt modelId="{A7827D9C-858A-4C5C-9BA3-A2D390A2B412}" type="pres">
      <dgm:prSet presAssocID="{8B082DEA-8DBC-4515-AFF4-FB7781A205AA}" presName="sibTrans" presStyleCnt="0"/>
      <dgm:spPr/>
    </dgm:pt>
    <dgm:pt modelId="{6E91FC8E-BB56-4601-AD84-429D788F92A1}" type="pres">
      <dgm:prSet presAssocID="{6043D228-E9F9-4F2E-8CD6-DF1606615387}" presName="node" presStyleLbl="node1" presStyleIdx="1" presStyleCnt="4">
        <dgm:presLayoutVars>
          <dgm:bulletEnabled val="1"/>
        </dgm:presLayoutVars>
      </dgm:prSet>
      <dgm:spPr/>
    </dgm:pt>
    <dgm:pt modelId="{83F4CE19-CB19-4DAF-A68B-ED5CF509042E}" type="pres">
      <dgm:prSet presAssocID="{7BA43F12-A796-498C-B33D-0A3BC7CDA75D}" presName="sibTrans" presStyleCnt="0"/>
      <dgm:spPr/>
    </dgm:pt>
    <dgm:pt modelId="{5F651170-DAA9-4B6E-9A8D-17157512D2E9}" type="pres">
      <dgm:prSet presAssocID="{4EB512FD-64BF-43D0-ACED-4B66B5A8D8CD}" presName="node" presStyleLbl="node1" presStyleIdx="2" presStyleCnt="4">
        <dgm:presLayoutVars>
          <dgm:bulletEnabled val="1"/>
        </dgm:presLayoutVars>
      </dgm:prSet>
      <dgm:spPr/>
    </dgm:pt>
    <dgm:pt modelId="{FBE7AC90-F38D-471E-95D2-0F6ED5DE33DC}" type="pres">
      <dgm:prSet presAssocID="{0B466677-E539-474C-A3AA-D2D6C6C882B5}" presName="sibTrans" presStyleCnt="0"/>
      <dgm:spPr/>
    </dgm:pt>
    <dgm:pt modelId="{FAEF41CB-2AFD-4541-AEA7-EF7CE0460D32}" type="pres">
      <dgm:prSet presAssocID="{1B1B065F-3F57-4ED8-81A3-034F40C1B8D7}" presName="node" presStyleLbl="node1" presStyleIdx="3" presStyleCnt="4">
        <dgm:presLayoutVars>
          <dgm:bulletEnabled val="1"/>
        </dgm:presLayoutVars>
      </dgm:prSet>
      <dgm:spPr/>
    </dgm:pt>
  </dgm:ptLst>
  <dgm:cxnLst>
    <dgm:cxn modelId="{A8F7E012-2CB8-4962-871E-1E72BC68E362}" type="presOf" srcId="{4EB512FD-64BF-43D0-ACED-4B66B5A8D8CD}" destId="{5F651170-DAA9-4B6E-9A8D-17157512D2E9}" srcOrd="0" destOrd="0" presId="urn:microsoft.com/office/officeart/2005/8/layout/hList6"/>
    <dgm:cxn modelId="{8A4C662C-24C5-4294-9877-63485E3B4445}" type="presOf" srcId="{22AB4785-D09C-4351-B4BA-1F090BE0302E}" destId="{F897DA31-1398-41B7-ACE1-D0ED6DBFD1F6}" srcOrd="0" destOrd="0" presId="urn:microsoft.com/office/officeart/2005/8/layout/hList6"/>
    <dgm:cxn modelId="{F14BBB8D-9F7B-4F48-ADC7-23A9110990F1}" srcId="{22AB4785-D09C-4351-B4BA-1F090BE0302E}" destId="{1B1B065F-3F57-4ED8-81A3-034F40C1B8D7}" srcOrd="3" destOrd="0" parTransId="{22C563D2-5604-4FB8-8DC4-F2B5FB561D7B}" sibTransId="{7EE967A7-36FF-44D1-9F83-B007049C24D8}"/>
    <dgm:cxn modelId="{F273FB9A-0A99-447E-B129-1CF4A0142A63}" srcId="{22AB4785-D09C-4351-B4BA-1F090BE0302E}" destId="{C5548F63-EE2D-4AC1-A024-6B46C4777E15}" srcOrd="0" destOrd="0" parTransId="{BCDD0C18-54F1-4471-ABA3-787F3C1B028C}" sibTransId="{8B082DEA-8DBC-4515-AFF4-FB7781A205AA}"/>
    <dgm:cxn modelId="{0E3D8D9E-2B9C-46CA-AE2F-775D8A0FD1A4}" srcId="{22AB4785-D09C-4351-B4BA-1F090BE0302E}" destId="{4EB512FD-64BF-43D0-ACED-4B66B5A8D8CD}" srcOrd="2" destOrd="0" parTransId="{749436AE-1025-4D90-B7F1-001ED80936EC}" sibTransId="{0B466677-E539-474C-A3AA-D2D6C6C882B5}"/>
    <dgm:cxn modelId="{E6FC36A1-FF10-4C9D-A454-149B67F14E25}" srcId="{22AB4785-D09C-4351-B4BA-1F090BE0302E}" destId="{6043D228-E9F9-4F2E-8CD6-DF1606615387}" srcOrd="1" destOrd="0" parTransId="{63519209-706B-4FC1-8AF1-8E354226F17F}" sibTransId="{7BA43F12-A796-498C-B33D-0A3BC7CDA75D}"/>
    <dgm:cxn modelId="{2A5BB4CF-BA5D-47EA-8D10-2582171F3C4F}" type="presOf" srcId="{C5548F63-EE2D-4AC1-A024-6B46C4777E15}" destId="{0A242356-FD25-498A-A52B-2C057ABB5D4F}" srcOrd="0" destOrd="0" presId="urn:microsoft.com/office/officeart/2005/8/layout/hList6"/>
    <dgm:cxn modelId="{2BF859E9-C64E-4856-B193-5CF9B741E223}" type="presOf" srcId="{1B1B065F-3F57-4ED8-81A3-034F40C1B8D7}" destId="{FAEF41CB-2AFD-4541-AEA7-EF7CE0460D32}" srcOrd="0" destOrd="0" presId="urn:microsoft.com/office/officeart/2005/8/layout/hList6"/>
    <dgm:cxn modelId="{D40D23EE-B3E3-4CA8-A5A7-CE2159D14AE9}" type="presOf" srcId="{6043D228-E9F9-4F2E-8CD6-DF1606615387}" destId="{6E91FC8E-BB56-4601-AD84-429D788F92A1}" srcOrd="0" destOrd="0" presId="urn:microsoft.com/office/officeart/2005/8/layout/hList6"/>
    <dgm:cxn modelId="{13628027-3717-42F7-BCEF-A4ED139738F6}" type="presParOf" srcId="{F897DA31-1398-41B7-ACE1-D0ED6DBFD1F6}" destId="{0A242356-FD25-498A-A52B-2C057ABB5D4F}" srcOrd="0" destOrd="0" presId="urn:microsoft.com/office/officeart/2005/8/layout/hList6"/>
    <dgm:cxn modelId="{E554F917-7C1E-47C6-97E0-083AF0226101}" type="presParOf" srcId="{F897DA31-1398-41B7-ACE1-D0ED6DBFD1F6}" destId="{A7827D9C-858A-4C5C-9BA3-A2D390A2B412}" srcOrd="1" destOrd="0" presId="urn:microsoft.com/office/officeart/2005/8/layout/hList6"/>
    <dgm:cxn modelId="{C1126572-7984-43E0-ABED-0B0498FA3E65}" type="presParOf" srcId="{F897DA31-1398-41B7-ACE1-D0ED6DBFD1F6}" destId="{6E91FC8E-BB56-4601-AD84-429D788F92A1}" srcOrd="2" destOrd="0" presId="urn:microsoft.com/office/officeart/2005/8/layout/hList6"/>
    <dgm:cxn modelId="{CA9EF9E9-0153-46F5-BCF9-EC58161696F2}" type="presParOf" srcId="{F897DA31-1398-41B7-ACE1-D0ED6DBFD1F6}" destId="{83F4CE19-CB19-4DAF-A68B-ED5CF509042E}" srcOrd="3" destOrd="0" presId="urn:microsoft.com/office/officeart/2005/8/layout/hList6"/>
    <dgm:cxn modelId="{1C8CA9A1-9C06-4ECE-9710-64470E0240B6}" type="presParOf" srcId="{F897DA31-1398-41B7-ACE1-D0ED6DBFD1F6}" destId="{5F651170-DAA9-4B6E-9A8D-17157512D2E9}" srcOrd="4" destOrd="0" presId="urn:microsoft.com/office/officeart/2005/8/layout/hList6"/>
    <dgm:cxn modelId="{84C7D14D-13A5-4360-B022-4669B6ED2323}" type="presParOf" srcId="{F897DA31-1398-41B7-ACE1-D0ED6DBFD1F6}" destId="{FBE7AC90-F38D-471E-95D2-0F6ED5DE33DC}" srcOrd="5" destOrd="0" presId="urn:microsoft.com/office/officeart/2005/8/layout/hList6"/>
    <dgm:cxn modelId="{CB594C12-71AD-4039-8A58-B0565963A0AA}" type="presParOf" srcId="{F897DA31-1398-41B7-ACE1-D0ED6DBFD1F6}" destId="{FAEF41CB-2AFD-4541-AEA7-EF7CE0460D32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5975D6-134F-4A68-BE43-AB698C4309C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7867919-40AF-48F0-9FAB-02D3DE6D41AB}">
      <dgm:prSet phldrT="[Text]"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Patients</a:t>
          </a:r>
          <a:endParaRPr lang="en-IN" b="1" dirty="0">
            <a:solidFill>
              <a:srgbClr val="002060"/>
            </a:solidFill>
          </a:endParaRPr>
        </a:p>
      </dgm:t>
    </dgm:pt>
    <dgm:pt modelId="{48B33C33-E845-4C70-840A-E85661080A01}" type="parTrans" cxnId="{9BCC690B-F417-48A2-8BC7-7640CC63FD00}">
      <dgm:prSet/>
      <dgm:spPr/>
      <dgm:t>
        <a:bodyPr/>
        <a:lstStyle/>
        <a:p>
          <a:endParaRPr lang="en-IN"/>
        </a:p>
      </dgm:t>
    </dgm:pt>
    <dgm:pt modelId="{A3E93AA7-B258-4F81-AE38-BDC85EB8B65D}" type="sibTrans" cxnId="{9BCC690B-F417-48A2-8BC7-7640CC63FD00}">
      <dgm:prSet/>
      <dgm:spPr/>
      <dgm:t>
        <a:bodyPr/>
        <a:lstStyle/>
        <a:p>
          <a:endParaRPr lang="en-IN"/>
        </a:p>
      </dgm:t>
    </dgm:pt>
    <dgm:pt modelId="{8C766FEE-7FC5-445F-9929-EDD002650C63}">
      <dgm:prSet phldrT="[Text]"/>
      <dgm:spPr/>
      <dgm:t>
        <a:bodyPr/>
        <a:lstStyle/>
        <a:p>
          <a:r>
            <a:rPr lang="en-US" dirty="0"/>
            <a:t>Better experience for patients as they are empowered to be partners in their own care.</a:t>
          </a:r>
          <a:endParaRPr lang="en-IN" dirty="0"/>
        </a:p>
      </dgm:t>
    </dgm:pt>
    <dgm:pt modelId="{A0B14A82-3DC1-4089-A54F-6823F2D9D281}" type="parTrans" cxnId="{032136BC-062E-49E0-8F58-A22931E7AB03}">
      <dgm:prSet/>
      <dgm:spPr/>
      <dgm:t>
        <a:bodyPr/>
        <a:lstStyle/>
        <a:p>
          <a:endParaRPr lang="en-IN"/>
        </a:p>
      </dgm:t>
    </dgm:pt>
    <dgm:pt modelId="{7BF9DCFE-E899-4712-A247-FE865E425BFD}" type="sibTrans" cxnId="{032136BC-062E-49E0-8F58-A22931E7AB03}">
      <dgm:prSet/>
      <dgm:spPr/>
      <dgm:t>
        <a:bodyPr/>
        <a:lstStyle/>
        <a:p>
          <a:endParaRPr lang="en-IN"/>
        </a:p>
      </dgm:t>
    </dgm:pt>
    <dgm:pt modelId="{FDFDC2B1-7F9C-429C-8A1C-CEF400590C7C}">
      <dgm:prSet phldrT="[Text]"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Doctors &amp; Staffs</a:t>
          </a:r>
          <a:endParaRPr lang="en-IN" b="1" dirty="0">
            <a:solidFill>
              <a:srgbClr val="002060"/>
            </a:solidFill>
          </a:endParaRPr>
        </a:p>
      </dgm:t>
    </dgm:pt>
    <dgm:pt modelId="{79F5E0CB-A6FA-4D43-9A79-C4950F31B26D}" type="parTrans" cxnId="{A776990E-9515-43E4-8939-F99017B0197C}">
      <dgm:prSet/>
      <dgm:spPr/>
      <dgm:t>
        <a:bodyPr/>
        <a:lstStyle/>
        <a:p>
          <a:endParaRPr lang="en-IN"/>
        </a:p>
      </dgm:t>
    </dgm:pt>
    <dgm:pt modelId="{29C55D96-FB47-4FB6-9474-A96561382E19}" type="sibTrans" cxnId="{A776990E-9515-43E4-8939-F99017B0197C}">
      <dgm:prSet/>
      <dgm:spPr/>
      <dgm:t>
        <a:bodyPr/>
        <a:lstStyle/>
        <a:p>
          <a:endParaRPr lang="en-IN"/>
        </a:p>
      </dgm:t>
    </dgm:pt>
    <dgm:pt modelId="{D2002D7D-EEBC-4E59-A86E-8ACF5917C90F}">
      <dgm:prSet phldrT="[Text]"/>
      <dgm:spPr/>
      <dgm:t>
        <a:bodyPr/>
        <a:lstStyle/>
        <a:p>
          <a:r>
            <a:rPr lang="en-US" dirty="0"/>
            <a:t>Improved inter-disciplinary working leading to stronger &amp; safer working relationships.</a:t>
          </a:r>
          <a:endParaRPr lang="en-IN" dirty="0"/>
        </a:p>
      </dgm:t>
    </dgm:pt>
    <dgm:pt modelId="{D5EDBA33-C460-49D4-A466-CA2460EC7C5F}" type="parTrans" cxnId="{86822363-35E1-4F55-A756-C1D9CFB0C131}">
      <dgm:prSet/>
      <dgm:spPr/>
      <dgm:t>
        <a:bodyPr/>
        <a:lstStyle/>
        <a:p>
          <a:endParaRPr lang="en-IN"/>
        </a:p>
      </dgm:t>
    </dgm:pt>
    <dgm:pt modelId="{EF7F8D2C-E650-4321-8274-7735D5F7DE19}" type="sibTrans" cxnId="{86822363-35E1-4F55-A756-C1D9CFB0C131}">
      <dgm:prSet/>
      <dgm:spPr/>
      <dgm:t>
        <a:bodyPr/>
        <a:lstStyle/>
        <a:p>
          <a:endParaRPr lang="en-IN"/>
        </a:p>
      </dgm:t>
    </dgm:pt>
    <dgm:pt modelId="{FED8558D-2A2A-4539-9C88-256DCE86DF34}">
      <dgm:prSet phldrT="[Text]"/>
      <dgm:spPr/>
      <dgm:t>
        <a:bodyPr/>
        <a:lstStyle/>
        <a:p>
          <a:r>
            <a:rPr lang="en-US" dirty="0"/>
            <a:t>Emphasis on education &amp; training </a:t>
          </a:r>
          <a:endParaRPr lang="en-IN" dirty="0"/>
        </a:p>
      </dgm:t>
    </dgm:pt>
    <dgm:pt modelId="{FB270C75-F858-4B25-9ECB-AEB0F8792318}" type="parTrans" cxnId="{7D4488FF-0949-4AA9-BDF9-90D5A5D46F4D}">
      <dgm:prSet/>
      <dgm:spPr/>
      <dgm:t>
        <a:bodyPr/>
        <a:lstStyle/>
        <a:p>
          <a:endParaRPr lang="en-IN"/>
        </a:p>
      </dgm:t>
    </dgm:pt>
    <dgm:pt modelId="{1E55F50C-08F7-4E07-B9B4-EE52BC7047DA}" type="sibTrans" cxnId="{7D4488FF-0949-4AA9-BDF9-90D5A5D46F4D}">
      <dgm:prSet/>
      <dgm:spPr/>
      <dgm:t>
        <a:bodyPr/>
        <a:lstStyle/>
        <a:p>
          <a:endParaRPr lang="en-IN"/>
        </a:p>
      </dgm:t>
    </dgm:pt>
    <dgm:pt modelId="{8014F95C-7B23-4CFC-BCB9-1CF07B797EE2}">
      <dgm:prSet phldrT="[Text]"/>
      <dgm:spPr/>
      <dgm:t>
        <a:bodyPr/>
        <a:lstStyle/>
        <a:p>
          <a:r>
            <a:rPr lang="en-US" b="1" dirty="0">
              <a:solidFill>
                <a:srgbClr val="002060"/>
              </a:solidFill>
            </a:rPr>
            <a:t>Value added benefits</a:t>
          </a:r>
          <a:endParaRPr lang="en-IN" b="1" dirty="0">
            <a:solidFill>
              <a:srgbClr val="002060"/>
            </a:solidFill>
          </a:endParaRPr>
        </a:p>
      </dgm:t>
    </dgm:pt>
    <dgm:pt modelId="{D3FB0BCD-D417-4570-860E-8EAC9EF0CC57}" type="parTrans" cxnId="{F6909855-D0CE-4EFE-8567-7A81311B4894}">
      <dgm:prSet/>
      <dgm:spPr/>
      <dgm:t>
        <a:bodyPr/>
        <a:lstStyle/>
        <a:p>
          <a:endParaRPr lang="en-IN"/>
        </a:p>
      </dgm:t>
    </dgm:pt>
    <dgm:pt modelId="{79360D99-31AB-4CB5-B1F4-30ED62ADF219}" type="sibTrans" cxnId="{F6909855-D0CE-4EFE-8567-7A81311B4894}">
      <dgm:prSet/>
      <dgm:spPr/>
      <dgm:t>
        <a:bodyPr/>
        <a:lstStyle/>
        <a:p>
          <a:endParaRPr lang="en-IN"/>
        </a:p>
      </dgm:t>
    </dgm:pt>
    <dgm:pt modelId="{B009EF15-57B5-46D9-A45A-B73EA4B32A8E}">
      <dgm:prSet phldrT="[Text]"/>
      <dgm:spPr/>
      <dgm:t>
        <a:bodyPr/>
        <a:lstStyle/>
        <a:p>
          <a:r>
            <a:rPr lang="en-US" dirty="0"/>
            <a:t>Quality of service &amp; productivity is improved</a:t>
          </a:r>
          <a:endParaRPr lang="en-IN" dirty="0"/>
        </a:p>
      </dgm:t>
    </dgm:pt>
    <dgm:pt modelId="{143A2057-CF56-44E6-90A9-2F22761A23CE}" type="parTrans" cxnId="{87F870F9-F8AA-4F2E-9719-8E20671B2766}">
      <dgm:prSet/>
      <dgm:spPr/>
      <dgm:t>
        <a:bodyPr/>
        <a:lstStyle/>
        <a:p>
          <a:endParaRPr lang="en-IN"/>
        </a:p>
      </dgm:t>
    </dgm:pt>
    <dgm:pt modelId="{5E92203E-46CD-4E44-AE58-468C39BFED72}" type="sibTrans" cxnId="{87F870F9-F8AA-4F2E-9719-8E20671B2766}">
      <dgm:prSet/>
      <dgm:spPr/>
      <dgm:t>
        <a:bodyPr/>
        <a:lstStyle/>
        <a:p>
          <a:endParaRPr lang="en-IN"/>
        </a:p>
      </dgm:t>
    </dgm:pt>
    <dgm:pt modelId="{C875D835-B1B0-47B2-A939-467FABB45566}">
      <dgm:prSet phldrT="[Text]"/>
      <dgm:spPr/>
      <dgm:t>
        <a:bodyPr/>
        <a:lstStyle/>
        <a:p>
          <a:r>
            <a:rPr lang="en-US" dirty="0"/>
            <a:t>Reduced exposure to hospital associated morbidity.</a:t>
          </a:r>
          <a:endParaRPr lang="en-IN" dirty="0"/>
        </a:p>
      </dgm:t>
    </dgm:pt>
    <dgm:pt modelId="{B76666BF-64DA-4D33-A6EB-3355B2D52457}" type="parTrans" cxnId="{BC005E0B-059B-4FA9-8D4B-C0AA04F3822C}">
      <dgm:prSet/>
      <dgm:spPr/>
    </dgm:pt>
    <dgm:pt modelId="{FA9C6E6E-8947-49E6-A0D9-A0AB03DC7D08}" type="sibTrans" cxnId="{BC005E0B-059B-4FA9-8D4B-C0AA04F3822C}">
      <dgm:prSet/>
      <dgm:spPr/>
    </dgm:pt>
    <dgm:pt modelId="{3649C02D-1C05-435B-A002-BE26A4362E27}">
      <dgm:prSet phldrT="[Text]"/>
      <dgm:spPr/>
      <dgm:t>
        <a:bodyPr/>
        <a:lstStyle/>
        <a:p>
          <a:r>
            <a:rPr lang="en-US" dirty="0"/>
            <a:t>Early return to normal activity</a:t>
          </a:r>
          <a:endParaRPr lang="en-IN" dirty="0"/>
        </a:p>
      </dgm:t>
    </dgm:pt>
    <dgm:pt modelId="{03B3B8A6-0D20-4228-85FE-7251407F11BC}" type="parTrans" cxnId="{67AFA94C-ABAB-4B16-84BE-4B11226CA3B0}">
      <dgm:prSet/>
      <dgm:spPr/>
    </dgm:pt>
    <dgm:pt modelId="{F9E5F4E1-9F82-4180-8D4B-A334BD73659B}" type="sibTrans" cxnId="{67AFA94C-ABAB-4B16-84BE-4B11226CA3B0}">
      <dgm:prSet/>
      <dgm:spPr/>
    </dgm:pt>
    <dgm:pt modelId="{801AE87A-47F0-49CE-ABE0-2DF07C654BB9}">
      <dgm:prSet phldrT="[Text]"/>
      <dgm:spPr/>
      <dgm:t>
        <a:bodyPr/>
        <a:lstStyle/>
        <a:p>
          <a:endParaRPr lang="en-IN" dirty="0"/>
        </a:p>
      </dgm:t>
    </dgm:pt>
    <dgm:pt modelId="{C7B29D6E-CBDD-4254-9E07-7270FF78EA8F}" type="parTrans" cxnId="{AC7A75FF-0246-430D-AD93-E757CB61653C}">
      <dgm:prSet/>
      <dgm:spPr/>
    </dgm:pt>
    <dgm:pt modelId="{3EAF763C-17AD-4EBD-A8F9-AEA5746275FA}" type="sibTrans" cxnId="{AC7A75FF-0246-430D-AD93-E757CB61653C}">
      <dgm:prSet/>
      <dgm:spPr/>
    </dgm:pt>
    <dgm:pt modelId="{9E47E24C-C47B-4417-95B2-26D4F617FE97}">
      <dgm:prSet phldrT="[Text]"/>
      <dgm:spPr/>
      <dgm:t>
        <a:bodyPr/>
        <a:lstStyle/>
        <a:p>
          <a:r>
            <a:rPr lang="en-US" dirty="0"/>
            <a:t>Improved clinical outcomes.</a:t>
          </a:r>
          <a:endParaRPr lang="en-IN" dirty="0"/>
        </a:p>
      </dgm:t>
    </dgm:pt>
    <dgm:pt modelId="{B7B5D9F7-C588-4646-BEB8-EEB90D049597}" type="parTrans" cxnId="{FDB80FBD-0061-4554-AAAA-E47B6DC97ABC}">
      <dgm:prSet/>
      <dgm:spPr/>
    </dgm:pt>
    <dgm:pt modelId="{5CDB1AB0-FEBD-4216-AB1B-542DDC1B1A73}" type="sibTrans" cxnId="{FDB80FBD-0061-4554-AAAA-E47B6DC97ABC}">
      <dgm:prSet/>
      <dgm:spPr/>
    </dgm:pt>
    <dgm:pt modelId="{5872459C-3879-449E-8206-87C082B460D3}">
      <dgm:prSet phldrT="[Text]"/>
      <dgm:spPr/>
      <dgm:t>
        <a:bodyPr/>
        <a:lstStyle/>
        <a:p>
          <a:r>
            <a:rPr lang="en-US" dirty="0"/>
            <a:t>Increased hospital capacity due to reduction in length of stay</a:t>
          </a:r>
          <a:endParaRPr lang="en-IN" dirty="0"/>
        </a:p>
      </dgm:t>
    </dgm:pt>
    <dgm:pt modelId="{2F087C38-773A-497C-8CD4-725BF7F9CCC0}" type="parTrans" cxnId="{1A2C52B5-D039-4B1D-B84B-0C549A012384}">
      <dgm:prSet/>
      <dgm:spPr/>
    </dgm:pt>
    <dgm:pt modelId="{F1452724-1730-4748-84DE-F194954ECFC9}" type="sibTrans" cxnId="{1A2C52B5-D039-4B1D-B84B-0C549A012384}">
      <dgm:prSet/>
      <dgm:spPr/>
    </dgm:pt>
    <dgm:pt modelId="{6CC02CC4-0B44-419C-B275-D371E33270F1}">
      <dgm:prSet phldrT="[Text]"/>
      <dgm:spPr/>
      <dgm:t>
        <a:bodyPr/>
        <a:lstStyle/>
        <a:p>
          <a:r>
            <a:rPr lang="en-US" dirty="0"/>
            <a:t>Effective utilization of resources.</a:t>
          </a:r>
          <a:endParaRPr lang="en-IN" dirty="0"/>
        </a:p>
      </dgm:t>
    </dgm:pt>
    <dgm:pt modelId="{4E39E860-3CA7-49E3-A05D-8C5C12F8A9D3}" type="parTrans" cxnId="{F352C65C-6E05-412F-89F0-6C880A2CC829}">
      <dgm:prSet/>
      <dgm:spPr/>
    </dgm:pt>
    <dgm:pt modelId="{FD4EF42A-39FE-410F-B2B9-AD6CEB60C4D1}" type="sibTrans" cxnId="{F352C65C-6E05-412F-89F0-6C880A2CC829}">
      <dgm:prSet/>
      <dgm:spPr/>
    </dgm:pt>
    <dgm:pt modelId="{39D4601A-29D6-4CA8-B74B-16515B8D2FCC}" type="pres">
      <dgm:prSet presAssocID="{A25975D6-134F-4A68-BE43-AB698C4309C6}" presName="Name0" presStyleCnt="0">
        <dgm:presLayoutVars>
          <dgm:dir/>
          <dgm:animLvl val="lvl"/>
          <dgm:resizeHandles val="exact"/>
        </dgm:presLayoutVars>
      </dgm:prSet>
      <dgm:spPr/>
    </dgm:pt>
    <dgm:pt modelId="{18E81A80-6192-445A-A2F6-207423B1CEE5}" type="pres">
      <dgm:prSet presAssocID="{B7867919-40AF-48F0-9FAB-02D3DE6D41AB}" presName="composite" presStyleCnt="0"/>
      <dgm:spPr/>
    </dgm:pt>
    <dgm:pt modelId="{19CFD842-6E1C-4FB2-823A-87352F1A7F66}" type="pres">
      <dgm:prSet presAssocID="{B7867919-40AF-48F0-9FAB-02D3DE6D41A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BCD4300-1EF6-4951-B765-3FED8D06CE32}" type="pres">
      <dgm:prSet presAssocID="{B7867919-40AF-48F0-9FAB-02D3DE6D41AB}" presName="desTx" presStyleLbl="alignAccFollowNode1" presStyleIdx="0" presStyleCnt="3">
        <dgm:presLayoutVars>
          <dgm:bulletEnabled val="1"/>
        </dgm:presLayoutVars>
      </dgm:prSet>
      <dgm:spPr/>
    </dgm:pt>
    <dgm:pt modelId="{403986E8-997C-4DC2-A648-C34594A5A8CE}" type="pres">
      <dgm:prSet presAssocID="{A3E93AA7-B258-4F81-AE38-BDC85EB8B65D}" presName="space" presStyleCnt="0"/>
      <dgm:spPr/>
    </dgm:pt>
    <dgm:pt modelId="{ADDA82F1-21C3-43D0-B21A-60A8C392FDFA}" type="pres">
      <dgm:prSet presAssocID="{FDFDC2B1-7F9C-429C-8A1C-CEF400590C7C}" presName="composite" presStyleCnt="0"/>
      <dgm:spPr/>
    </dgm:pt>
    <dgm:pt modelId="{F4B5A88E-C564-4E17-93BD-A8931EDA5599}" type="pres">
      <dgm:prSet presAssocID="{FDFDC2B1-7F9C-429C-8A1C-CEF400590C7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6C39431-3449-43D5-8098-0D0AB6DD0E6A}" type="pres">
      <dgm:prSet presAssocID="{FDFDC2B1-7F9C-429C-8A1C-CEF400590C7C}" presName="desTx" presStyleLbl="alignAccFollowNode1" presStyleIdx="1" presStyleCnt="3">
        <dgm:presLayoutVars>
          <dgm:bulletEnabled val="1"/>
        </dgm:presLayoutVars>
      </dgm:prSet>
      <dgm:spPr/>
    </dgm:pt>
    <dgm:pt modelId="{A3B243B0-4755-4804-B1AA-DE57CA36F0BB}" type="pres">
      <dgm:prSet presAssocID="{29C55D96-FB47-4FB6-9474-A96561382E19}" presName="space" presStyleCnt="0"/>
      <dgm:spPr/>
    </dgm:pt>
    <dgm:pt modelId="{78306E05-00C6-4851-8130-5F793E684A43}" type="pres">
      <dgm:prSet presAssocID="{8014F95C-7B23-4CFC-BCB9-1CF07B797EE2}" presName="composite" presStyleCnt="0"/>
      <dgm:spPr/>
    </dgm:pt>
    <dgm:pt modelId="{CA298B77-A30E-4A97-ACFB-C8A74C208850}" type="pres">
      <dgm:prSet presAssocID="{8014F95C-7B23-4CFC-BCB9-1CF07B797EE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F25CC85-9C25-4CB9-BB92-CEF1DEDA8CC8}" type="pres">
      <dgm:prSet presAssocID="{8014F95C-7B23-4CFC-BCB9-1CF07B797EE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C005E0B-059B-4FA9-8D4B-C0AA04F3822C}" srcId="{B7867919-40AF-48F0-9FAB-02D3DE6D41AB}" destId="{C875D835-B1B0-47B2-A939-467FABB45566}" srcOrd="2" destOrd="0" parTransId="{B76666BF-64DA-4D33-A6EB-3355B2D52457}" sibTransId="{FA9C6E6E-8947-49E6-A0D9-A0AB03DC7D08}"/>
    <dgm:cxn modelId="{9BCC690B-F417-48A2-8BC7-7640CC63FD00}" srcId="{A25975D6-134F-4A68-BE43-AB698C4309C6}" destId="{B7867919-40AF-48F0-9FAB-02D3DE6D41AB}" srcOrd="0" destOrd="0" parTransId="{48B33C33-E845-4C70-840A-E85661080A01}" sibTransId="{A3E93AA7-B258-4F81-AE38-BDC85EB8B65D}"/>
    <dgm:cxn modelId="{A776990E-9515-43E4-8939-F99017B0197C}" srcId="{A25975D6-134F-4A68-BE43-AB698C4309C6}" destId="{FDFDC2B1-7F9C-429C-8A1C-CEF400590C7C}" srcOrd="1" destOrd="0" parTransId="{79F5E0CB-A6FA-4D43-9A79-C4950F31B26D}" sibTransId="{29C55D96-FB47-4FB6-9474-A96561382E19}"/>
    <dgm:cxn modelId="{08B96217-2B3C-4AB0-A251-C3748B5599E7}" type="presOf" srcId="{FED8558D-2A2A-4539-9C88-256DCE86DF34}" destId="{A6C39431-3449-43D5-8098-0D0AB6DD0E6A}" srcOrd="0" destOrd="2" presId="urn:microsoft.com/office/officeart/2005/8/layout/hList1"/>
    <dgm:cxn modelId="{F352C65C-6E05-412F-89F0-6C880A2CC829}" srcId="{8014F95C-7B23-4CFC-BCB9-1CF07B797EE2}" destId="{6CC02CC4-0B44-419C-B275-D371E33270F1}" srcOrd="0" destOrd="0" parTransId="{4E39E860-3CA7-49E3-A05D-8C5C12F8A9D3}" sibTransId="{FD4EF42A-39FE-410F-B2B9-AD6CEB60C4D1}"/>
    <dgm:cxn modelId="{794A1E5D-CA27-4A20-9583-DF25640675CD}" type="presOf" srcId="{A25975D6-134F-4A68-BE43-AB698C4309C6}" destId="{39D4601A-29D6-4CA8-B74B-16515B8D2FCC}" srcOrd="0" destOrd="0" presId="urn:microsoft.com/office/officeart/2005/8/layout/hList1"/>
    <dgm:cxn modelId="{86822363-35E1-4F55-A756-C1D9CFB0C131}" srcId="{FDFDC2B1-7F9C-429C-8A1C-CEF400590C7C}" destId="{D2002D7D-EEBC-4E59-A86E-8ACF5917C90F}" srcOrd="0" destOrd="0" parTransId="{D5EDBA33-C460-49D4-A466-CA2460EC7C5F}" sibTransId="{EF7F8D2C-E650-4321-8274-7735D5F7DE19}"/>
    <dgm:cxn modelId="{CC63BF49-2391-4425-98DF-BE99041E6E84}" type="presOf" srcId="{D2002D7D-EEBC-4E59-A86E-8ACF5917C90F}" destId="{A6C39431-3449-43D5-8098-0D0AB6DD0E6A}" srcOrd="0" destOrd="0" presId="urn:microsoft.com/office/officeart/2005/8/layout/hList1"/>
    <dgm:cxn modelId="{B2451C4C-87B5-4233-B51C-11C33A378E0D}" type="presOf" srcId="{C875D835-B1B0-47B2-A939-467FABB45566}" destId="{ABCD4300-1EF6-4951-B765-3FED8D06CE32}" srcOrd="0" destOrd="2" presId="urn:microsoft.com/office/officeart/2005/8/layout/hList1"/>
    <dgm:cxn modelId="{67AFA94C-ABAB-4B16-84BE-4B11226CA3B0}" srcId="{B7867919-40AF-48F0-9FAB-02D3DE6D41AB}" destId="{3649C02D-1C05-435B-A002-BE26A4362E27}" srcOrd="1" destOrd="0" parTransId="{03B3B8A6-0D20-4228-85FE-7251407F11BC}" sibTransId="{F9E5F4E1-9F82-4180-8D4B-A334BD73659B}"/>
    <dgm:cxn modelId="{04ACDA53-B0C3-4972-8F9E-F51BB172D81A}" type="presOf" srcId="{801AE87A-47F0-49CE-ABE0-2DF07C654BB9}" destId="{A6C39431-3449-43D5-8098-0D0AB6DD0E6A}" srcOrd="0" destOrd="3" presId="urn:microsoft.com/office/officeart/2005/8/layout/hList1"/>
    <dgm:cxn modelId="{F6909855-D0CE-4EFE-8567-7A81311B4894}" srcId="{A25975D6-134F-4A68-BE43-AB698C4309C6}" destId="{8014F95C-7B23-4CFC-BCB9-1CF07B797EE2}" srcOrd="2" destOrd="0" parTransId="{D3FB0BCD-D417-4570-860E-8EAC9EF0CC57}" sibTransId="{79360D99-31AB-4CB5-B1F4-30ED62ADF219}"/>
    <dgm:cxn modelId="{31489D75-CEC1-46BE-8888-4F501406DBA8}" type="presOf" srcId="{5872459C-3879-449E-8206-87C082B460D3}" destId="{4F25CC85-9C25-4CB9-BB92-CEF1DEDA8CC8}" srcOrd="0" destOrd="2" presId="urn:microsoft.com/office/officeart/2005/8/layout/hList1"/>
    <dgm:cxn modelId="{1F97275A-C97E-46E6-958D-F649549C72ED}" type="presOf" srcId="{B7867919-40AF-48F0-9FAB-02D3DE6D41AB}" destId="{19CFD842-6E1C-4FB2-823A-87352F1A7F66}" srcOrd="0" destOrd="0" presId="urn:microsoft.com/office/officeart/2005/8/layout/hList1"/>
    <dgm:cxn modelId="{BEC38A98-5A49-4190-89FD-DE55E43BD72B}" type="presOf" srcId="{8C766FEE-7FC5-445F-9929-EDD002650C63}" destId="{ABCD4300-1EF6-4951-B765-3FED8D06CE32}" srcOrd="0" destOrd="0" presId="urn:microsoft.com/office/officeart/2005/8/layout/hList1"/>
    <dgm:cxn modelId="{5DA452A2-13F6-483B-AD53-C46CAADF41C9}" type="presOf" srcId="{8014F95C-7B23-4CFC-BCB9-1CF07B797EE2}" destId="{CA298B77-A30E-4A97-ACFB-C8A74C208850}" srcOrd="0" destOrd="0" presId="urn:microsoft.com/office/officeart/2005/8/layout/hList1"/>
    <dgm:cxn modelId="{09F82BA3-9DA1-4AA2-B1B4-BB9C2BD2C8F7}" type="presOf" srcId="{FDFDC2B1-7F9C-429C-8A1C-CEF400590C7C}" destId="{F4B5A88E-C564-4E17-93BD-A8931EDA5599}" srcOrd="0" destOrd="0" presId="urn:microsoft.com/office/officeart/2005/8/layout/hList1"/>
    <dgm:cxn modelId="{1A2C52B5-D039-4B1D-B84B-0C549A012384}" srcId="{8014F95C-7B23-4CFC-BCB9-1CF07B797EE2}" destId="{5872459C-3879-449E-8206-87C082B460D3}" srcOrd="2" destOrd="0" parTransId="{2F087C38-773A-497C-8CD4-725BF7F9CCC0}" sibTransId="{F1452724-1730-4748-84DE-F194954ECFC9}"/>
    <dgm:cxn modelId="{032136BC-062E-49E0-8F58-A22931E7AB03}" srcId="{B7867919-40AF-48F0-9FAB-02D3DE6D41AB}" destId="{8C766FEE-7FC5-445F-9929-EDD002650C63}" srcOrd="0" destOrd="0" parTransId="{A0B14A82-3DC1-4089-A54F-6823F2D9D281}" sibTransId="{7BF9DCFE-E899-4712-A247-FE865E425BFD}"/>
    <dgm:cxn modelId="{FDB80FBD-0061-4554-AAAA-E47B6DC97ABC}" srcId="{FDFDC2B1-7F9C-429C-8A1C-CEF400590C7C}" destId="{9E47E24C-C47B-4417-95B2-26D4F617FE97}" srcOrd="1" destOrd="0" parTransId="{B7B5D9F7-C588-4646-BEB8-EEB90D049597}" sibTransId="{5CDB1AB0-FEBD-4216-AB1B-542DDC1B1A73}"/>
    <dgm:cxn modelId="{DC20D1CF-8F3A-458D-B8B0-FA75DDAC6548}" type="presOf" srcId="{B009EF15-57B5-46D9-A45A-B73EA4B32A8E}" destId="{4F25CC85-9C25-4CB9-BB92-CEF1DEDA8CC8}" srcOrd="0" destOrd="1" presId="urn:microsoft.com/office/officeart/2005/8/layout/hList1"/>
    <dgm:cxn modelId="{7BE9E7D0-7131-450E-AD4F-97E474A3B281}" type="presOf" srcId="{3649C02D-1C05-435B-A002-BE26A4362E27}" destId="{ABCD4300-1EF6-4951-B765-3FED8D06CE32}" srcOrd="0" destOrd="1" presId="urn:microsoft.com/office/officeart/2005/8/layout/hList1"/>
    <dgm:cxn modelId="{000355EB-D825-4F39-B7C9-D02FD87C3127}" type="presOf" srcId="{6CC02CC4-0B44-419C-B275-D371E33270F1}" destId="{4F25CC85-9C25-4CB9-BB92-CEF1DEDA8CC8}" srcOrd="0" destOrd="0" presId="urn:microsoft.com/office/officeart/2005/8/layout/hList1"/>
    <dgm:cxn modelId="{E2E1A2F8-F143-4BE9-956A-98959E428898}" type="presOf" srcId="{9E47E24C-C47B-4417-95B2-26D4F617FE97}" destId="{A6C39431-3449-43D5-8098-0D0AB6DD0E6A}" srcOrd="0" destOrd="1" presId="urn:microsoft.com/office/officeart/2005/8/layout/hList1"/>
    <dgm:cxn modelId="{87F870F9-F8AA-4F2E-9719-8E20671B2766}" srcId="{8014F95C-7B23-4CFC-BCB9-1CF07B797EE2}" destId="{B009EF15-57B5-46D9-A45A-B73EA4B32A8E}" srcOrd="1" destOrd="0" parTransId="{143A2057-CF56-44E6-90A9-2F22761A23CE}" sibTransId="{5E92203E-46CD-4E44-AE58-468C39BFED72}"/>
    <dgm:cxn modelId="{AC7A75FF-0246-430D-AD93-E757CB61653C}" srcId="{FDFDC2B1-7F9C-429C-8A1C-CEF400590C7C}" destId="{801AE87A-47F0-49CE-ABE0-2DF07C654BB9}" srcOrd="3" destOrd="0" parTransId="{C7B29D6E-CBDD-4254-9E07-7270FF78EA8F}" sibTransId="{3EAF763C-17AD-4EBD-A8F9-AEA5746275FA}"/>
    <dgm:cxn modelId="{7D4488FF-0949-4AA9-BDF9-90D5A5D46F4D}" srcId="{FDFDC2B1-7F9C-429C-8A1C-CEF400590C7C}" destId="{FED8558D-2A2A-4539-9C88-256DCE86DF34}" srcOrd="2" destOrd="0" parTransId="{FB270C75-F858-4B25-9ECB-AEB0F8792318}" sibTransId="{1E55F50C-08F7-4E07-B9B4-EE52BC7047DA}"/>
    <dgm:cxn modelId="{93D28669-CDE4-4A2D-BA4C-BD71A669C72C}" type="presParOf" srcId="{39D4601A-29D6-4CA8-B74B-16515B8D2FCC}" destId="{18E81A80-6192-445A-A2F6-207423B1CEE5}" srcOrd="0" destOrd="0" presId="urn:microsoft.com/office/officeart/2005/8/layout/hList1"/>
    <dgm:cxn modelId="{1D787D3A-B05C-4857-BE54-32678B995AC0}" type="presParOf" srcId="{18E81A80-6192-445A-A2F6-207423B1CEE5}" destId="{19CFD842-6E1C-4FB2-823A-87352F1A7F66}" srcOrd="0" destOrd="0" presId="urn:microsoft.com/office/officeart/2005/8/layout/hList1"/>
    <dgm:cxn modelId="{E34D57F7-57D5-47D7-BB98-D87103FB28A8}" type="presParOf" srcId="{18E81A80-6192-445A-A2F6-207423B1CEE5}" destId="{ABCD4300-1EF6-4951-B765-3FED8D06CE32}" srcOrd="1" destOrd="0" presId="urn:microsoft.com/office/officeart/2005/8/layout/hList1"/>
    <dgm:cxn modelId="{54C21A63-9B74-4D20-AD9D-AB6B7D342378}" type="presParOf" srcId="{39D4601A-29D6-4CA8-B74B-16515B8D2FCC}" destId="{403986E8-997C-4DC2-A648-C34594A5A8CE}" srcOrd="1" destOrd="0" presId="urn:microsoft.com/office/officeart/2005/8/layout/hList1"/>
    <dgm:cxn modelId="{C8C8859F-0BBC-494A-B21A-E6A6156F3B1A}" type="presParOf" srcId="{39D4601A-29D6-4CA8-B74B-16515B8D2FCC}" destId="{ADDA82F1-21C3-43D0-B21A-60A8C392FDFA}" srcOrd="2" destOrd="0" presId="urn:microsoft.com/office/officeart/2005/8/layout/hList1"/>
    <dgm:cxn modelId="{BD24571E-AFA1-4C1A-BFA2-BFCC4BBD81EE}" type="presParOf" srcId="{ADDA82F1-21C3-43D0-B21A-60A8C392FDFA}" destId="{F4B5A88E-C564-4E17-93BD-A8931EDA5599}" srcOrd="0" destOrd="0" presId="urn:microsoft.com/office/officeart/2005/8/layout/hList1"/>
    <dgm:cxn modelId="{44BDED6B-C089-49DA-92A3-BB00C754888F}" type="presParOf" srcId="{ADDA82F1-21C3-43D0-B21A-60A8C392FDFA}" destId="{A6C39431-3449-43D5-8098-0D0AB6DD0E6A}" srcOrd="1" destOrd="0" presId="urn:microsoft.com/office/officeart/2005/8/layout/hList1"/>
    <dgm:cxn modelId="{B527FA41-7094-4B4B-9E9D-187251734E05}" type="presParOf" srcId="{39D4601A-29D6-4CA8-B74B-16515B8D2FCC}" destId="{A3B243B0-4755-4804-B1AA-DE57CA36F0BB}" srcOrd="3" destOrd="0" presId="urn:microsoft.com/office/officeart/2005/8/layout/hList1"/>
    <dgm:cxn modelId="{814773D9-79CE-4B06-94D4-DFF362D854DF}" type="presParOf" srcId="{39D4601A-29D6-4CA8-B74B-16515B8D2FCC}" destId="{78306E05-00C6-4851-8130-5F793E684A43}" srcOrd="4" destOrd="0" presId="urn:microsoft.com/office/officeart/2005/8/layout/hList1"/>
    <dgm:cxn modelId="{AFB0E692-488C-4316-A4C3-9B2DCD6C3E8C}" type="presParOf" srcId="{78306E05-00C6-4851-8130-5F793E684A43}" destId="{CA298B77-A30E-4A97-ACFB-C8A74C208850}" srcOrd="0" destOrd="0" presId="urn:microsoft.com/office/officeart/2005/8/layout/hList1"/>
    <dgm:cxn modelId="{6EA87745-C538-456A-87CC-366068BF3053}" type="presParOf" srcId="{78306E05-00C6-4851-8130-5F793E684A43}" destId="{4F25CC85-9C25-4CB9-BB92-CEF1DEDA8CC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D99A10-8EC6-4C5B-8321-249A9A1B9776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CBD26C-733B-4CA0-849D-71D74411BC28}">
      <dgm:prSet phldrT="[Text]"/>
      <dgm:spPr/>
      <dgm:t>
        <a:bodyPr/>
        <a:lstStyle/>
        <a:p>
          <a:r>
            <a:rPr lang="en-IN" dirty="0"/>
            <a:t>Preparing for surgery</a:t>
          </a:r>
        </a:p>
        <a:p>
          <a:endParaRPr lang="en-IN" dirty="0"/>
        </a:p>
      </dgm:t>
    </dgm:pt>
    <dgm:pt modelId="{E60E2F3E-5D99-4296-A6EE-3990A24FACB6}" type="parTrans" cxnId="{53446834-59D9-44E0-B218-49303E965E07}">
      <dgm:prSet/>
      <dgm:spPr/>
      <dgm:t>
        <a:bodyPr/>
        <a:lstStyle/>
        <a:p>
          <a:endParaRPr lang="en-IN"/>
        </a:p>
      </dgm:t>
    </dgm:pt>
    <dgm:pt modelId="{4FA5CA64-DE9B-4350-AE97-6C788CC62F6C}" type="sibTrans" cxnId="{53446834-59D9-44E0-B218-49303E965E07}">
      <dgm:prSet/>
      <dgm:spPr/>
      <dgm:t>
        <a:bodyPr/>
        <a:lstStyle/>
        <a:p>
          <a:endParaRPr lang="en-IN"/>
        </a:p>
      </dgm:t>
    </dgm:pt>
    <dgm:pt modelId="{21CC227B-73B1-41C3-B48B-53078C3759DC}">
      <dgm:prSet phldrT="[Text]"/>
      <dgm:spPr/>
      <dgm:t>
        <a:bodyPr/>
        <a:lstStyle/>
        <a:p>
          <a:r>
            <a:rPr lang="en-US" dirty="0"/>
            <a:t>Intra-operative</a:t>
          </a:r>
          <a:endParaRPr lang="en-IN" dirty="0"/>
        </a:p>
      </dgm:t>
    </dgm:pt>
    <dgm:pt modelId="{28394EAE-B6AA-4AB5-87FB-A19A67C9F26E}" type="parTrans" cxnId="{4FFEDAA3-A547-44E4-9666-6A97D5C0E221}">
      <dgm:prSet/>
      <dgm:spPr/>
      <dgm:t>
        <a:bodyPr/>
        <a:lstStyle/>
        <a:p>
          <a:endParaRPr lang="en-IN"/>
        </a:p>
      </dgm:t>
    </dgm:pt>
    <dgm:pt modelId="{4867D1D7-79A5-4EFA-BAB9-38D96ABB6DBD}" type="sibTrans" cxnId="{4FFEDAA3-A547-44E4-9666-6A97D5C0E221}">
      <dgm:prSet/>
      <dgm:spPr/>
      <dgm:t>
        <a:bodyPr/>
        <a:lstStyle/>
        <a:p>
          <a:endParaRPr lang="en-IN"/>
        </a:p>
      </dgm:t>
    </dgm:pt>
    <dgm:pt modelId="{74A2C051-9D24-48BC-A07C-E62C650AB92F}">
      <dgm:prSet phldrT="[Text]"/>
      <dgm:spPr/>
      <dgm:t>
        <a:bodyPr/>
        <a:lstStyle/>
        <a:p>
          <a:r>
            <a:rPr lang="en-US" dirty="0"/>
            <a:t>Immediate post-operative</a:t>
          </a:r>
          <a:endParaRPr lang="en-IN" dirty="0"/>
        </a:p>
      </dgm:t>
    </dgm:pt>
    <dgm:pt modelId="{B40E1C3D-6133-4D34-AB8E-084D9BDDDBB8}" type="parTrans" cxnId="{6A21EA0A-D97F-4DBE-ADBA-29D4F6620C61}">
      <dgm:prSet/>
      <dgm:spPr/>
      <dgm:t>
        <a:bodyPr/>
        <a:lstStyle/>
        <a:p>
          <a:endParaRPr lang="en-IN"/>
        </a:p>
      </dgm:t>
    </dgm:pt>
    <dgm:pt modelId="{AE59B158-E69B-441A-9A6B-D7C3E270DC98}" type="sibTrans" cxnId="{6A21EA0A-D97F-4DBE-ADBA-29D4F6620C61}">
      <dgm:prSet/>
      <dgm:spPr/>
      <dgm:t>
        <a:bodyPr/>
        <a:lstStyle/>
        <a:p>
          <a:endParaRPr lang="en-IN"/>
        </a:p>
      </dgm:t>
    </dgm:pt>
    <dgm:pt modelId="{828BFF5B-34B3-4B79-B6A5-0FCA74C858B1}">
      <dgm:prSet phldrT="[Text]"/>
      <dgm:spPr/>
      <dgm:t>
        <a:bodyPr/>
        <a:lstStyle/>
        <a:p>
          <a:r>
            <a:rPr lang="en-US" dirty="0"/>
            <a:t>Pre-operative </a:t>
          </a:r>
          <a:endParaRPr lang="en-IN" dirty="0"/>
        </a:p>
      </dgm:t>
    </dgm:pt>
    <dgm:pt modelId="{5A77B0CA-1F9E-47A0-B916-C307F41CAD9E}" type="parTrans" cxnId="{5690FC13-ACFD-4717-BBBB-0AC6C2C508CF}">
      <dgm:prSet/>
      <dgm:spPr/>
      <dgm:t>
        <a:bodyPr/>
        <a:lstStyle/>
        <a:p>
          <a:endParaRPr lang="en-IN"/>
        </a:p>
      </dgm:t>
    </dgm:pt>
    <dgm:pt modelId="{F19739E9-1A3E-488E-84C3-8892A111F2F9}" type="sibTrans" cxnId="{5690FC13-ACFD-4717-BBBB-0AC6C2C508CF}">
      <dgm:prSet/>
      <dgm:spPr/>
      <dgm:t>
        <a:bodyPr/>
        <a:lstStyle/>
        <a:p>
          <a:endParaRPr lang="en-IN"/>
        </a:p>
      </dgm:t>
    </dgm:pt>
    <dgm:pt modelId="{6439EDDF-77EE-403F-979E-848C2AD3EE66}">
      <dgm:prSet phldrT="[Text]"/>
      <dgm:spPr/>
      <dgm:t>
        <a:bodyPr/>
        <a:lstStyle/>
        <a:p>
          <a:r>
            <a:rPr lang="en-US" dirty="0"/>
            <a:t>Late post-operative</a:t>
          </a:r>
          <a:endParaRPr lang="en-IN" dirty="0"/>
        </a:p>
      </dgm:t>
    </dgm:pt>
    <dgm:pt modelId="{ED757C74-A748-43B6-A11B-D2CA8CFF922C}" type="parTrans" cxnId="{17CB1C07-9749-49BA-A527-CD244624E2C5}">
      <dgm:prSet/>
      <dgm:spPr/>
      <dgm:t>
        <a:bodyPr/>
        <a:lstStyle/>
        <a:p>
          <a:endParaRPr lang="en-IN"/>
        </a:p>
      </dgm:t>
    </dgm:pt>
    <dgm:pt modelId="{73D685D4-2FF0-4509-8CAA-DD4A66711F57}" type="sibTrans" cxnId="{17CB1C07-9749-49BA-A527-CD244624E2C5}">
      <dgm:prSet/>
      <dgm:spPr/>
      <dgm:t>
        <a:bodyPr/>
        <a:lstStyle/>
        <a:p>
          <a:endParaRPr lang="en-IN"/>
        </a:p>
      </dgm:t>
    </dgm:pt>
    <dgm:pt modelId="{E0811BCB-00A1-407B-9EE0-83392E3553B9}">
      <dgm:prSet phldrT="[Text]"/>
      <dgm:spPr/>
      <dgm:t>
        <a:bodyPr/>
        <a:lstStyle/>
        <a:p>
          <a:r>
            <a:rPr lang="en-US" dirty="0"/>
            <a:t>Recovery at home</a:t>
          </a:r>
          <a:endParaRPr lang="en-IN" dirty="0"/>
        </a:p>
      </dgm:t>
    </dgm:pt>
    <dgm:pt modelId="{E5A63DDB-CDFB-40F7-8EA5-F53CBC5019FC}" type="parTrans" cxnId="{0C2C12FD-AA6B-45CC-A991-C7F5B8089C7A}">
      <dgm:prSet/>
      <dgm:spPr/>
      <dgm:t>
        <a:bodyPr/>
        <a:lstStyle/>
        <a:p>
          <a:endParaRPr lang="en-IN"/>
        </a:p>
      </dgm:t>
    </dgm:pt>
    <dgm:pt modelId="{492775E8-E629-4104-BADA-5532827CFEC4}" type="sibTrans" cxnId="{0C2C12FD-AA6B-45CC-A991-C7F5B8089C7A}">
      <dgm:prSet/>
      <dgm:spPr/>
      <dgm:t>
        <a:bodyPr/>
        <a:lstStyle/>
        <a:p>
          <a:endParaRPr lang="en-IN"/>
        </a:p>
      </dgm:t>
    </dgm:pt>
    <dgm:pt modelId="{D366F9B0-7F2D-4922-A6D4-4B59D166EC15}" type="pres">
      <dgm:prSet presAssocID="{F0D99A10-8EC6-4C5B-8321-249A9A1B9776}" presName="rootnode" presStyleCnt="0">
        <dgm:presLayoutVars>
          <dgm:chMax/>
          <dgm:chPref/>
          <dgm:dir/>
          <dgm:animLvl val="lvl"/>
        </dgm:presLayoutVars>
      </dgm:prSet>
      <dgm:spPr/>
    </dgm:pt>
    <dgm:pt modelId="{A3C5B120-296C-4E70-8C7C-F4D7AABED54E}" type="pres">
      <dgm:prSet presAssocID="{AECBD26C-733B-4CA0-849D-71D74411BC28}" presName="composite" presStyleCnt="0"/>
      <dgm:spPr/>
    </dgm:pt>
    <dgm:pt modelId="{59D2C58C-357E-4873-A0F3-1944A9F4DB3E}" type="pres">
      <dgm:prSet presAssocID="{AECBD26C-733B-4CA0-849D-71D74411BC28}" presName="LShape" presStyleLbl="alignNode1" presStyleIdx="0" presStyleCnt="11"/>
      <dgm:spPr/>
    </dgm:pt>
    <dgm:pt modelId="{C97FB0B9-56C7-49B0-A600-B412BA911F86}" type="pres">
      <dgm:prSet presAssocID="{AECBD26C-733B-4CA0-849D-71D74411BC28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183BB345-05BF-4A11-A14F-476EDF063053}" type="pres">
      <dgm:prSet presAssocID="{AECBD26C-733B-4CA0-849D-71D74411BC28}" presName="Triangle" presStyleLbl="alignNode1" presStyleIdx="1" presStyleCnt="11"/>
      <dgm:spPr/>
    </dgm:pt>
    <dgm:pt modelId="{5CF69771-CF5A-4F64-AECA-56E45EDB3040}" type="pres">
      <dgm:prSet presAssocID="{4FA5CA64-DE9B-4350-AE97-6C788CC62F6C}" presName="sibTrans" presStyleCnt="0"/>
      <dgm:spPr/>
    </dgm:pt>
    <dgm:pt modelId="{39FD703B-1EBF-4119-873B-7456187447DE}" type="pres">
      <dgm:prSet presAssocID="{4FA5CA64-DE9B-4350-AE97-6C788CC62F6C}" presName="space" presStyleCnt="0"/>
      <dgm:spPr/>
    </dgm:pt>
    <dgm:pt modelId="{B049EB8C-AC60-43F6-8AAD-0791D5C18537}" type="pres">
      <dgm:prSet presAssocID="{828BFF5B-34B3-4B79-B6A5-0FCA74C858B1}" presName="composite" presStyleCnt="0"/>
      <dgm:spPr/>
    </dgm:pt>
    <dgm:pt modelId="{1E38A365-362D-420E-A6DD-A11277A668A3}" type="pres">
      <dgm:prSet presAssocID="{828BFF5B-34B3-4B79-B6A5-0FCA74C858B1}" presName="LShape" presStyleLbl="alignNode1" presStyleIdx="2" presStyleCnt="11"/>
      <dgm:spPr/>
    </dgm:pt>
    <dgm:pt modelId="{497CF8BC-AE14-4764-8CF9-EE2CB6075ECC}" type="pres">
      <dgm:prSet presAssocID="{828BFF5B-34B3-4B79-B6A5-0FCA74C858B1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0ABED805-A86D-4E28-A344-D05B73A3A16A}" type="pres">
      <dgm:prSet presAssocID="{828BFF5B-34B3-4B79-B6A5-0FCA74C858B1}" presName="Triangle" presStyleLbl="alignNode1" presStyleIdx="3" presStyleCnt="11"/>
      <dgm:spPr/>
    </dgm:pt>
    <dgm:pt modelId="{4D9E30EF-435A-4AE9-A648-C0BF198658F2}" type="pres">
      <dgm:prSet presAssocID="{F19739E9-1A3E-488E-84C3-8892A111F2F9}" presName="sibTrans" presStyleCnt="0"/>
      <dgm:spPr/>
    </dgm:pt>
    <dgm:pt modelId="{D5E73969-68F9-4188-B620-F8E390768C46}" type="pres">
      <dgm:prSet presAssocID="{F19739E9-1A3E-488E-84C3-8892A111F2F9}" presName="space" presStyleCnt="0"/>
      <dgm:spPr/>
    </dgm:pt>
    <dgm:pt modelId="{D963B951-0254-4274-B204-C734EEDC0DFD}" type="pres">
      <dgm:prSet presAssocID="{21CC227B-73B1-41C3-B48B-53078C3759DC}" presName="composite" presStyleCnt="0"/>
      <dgm:spPr/>
    </dgm:pt>
    <dgm:pt modelId="{1F224D4B-957A-4211-82C3-C9109123C38B}" type="pres">
      <dgm:prSet presAssocID="{21CC227B-73B1-41C3-B48B-53078C3759DC}" presName="LShape" presStyleLbl="alignNode1" presStyleIdx="4" presStyleCnt="11"/>
      <dgm:spPr/>
    </dgm:pt>
    <dgm:pt modelId="{C7E26502-4161-48DC-BC0B-7ACC96D8302A}" type="pres">
      <dgm:prSet presAssocID="{21CC227B-73B1-41C3-B48B-53078C3759DC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47D86AEC-01B4-4CD8-94F2-4E447AD64781}" type="pres">
      <dgm:prSet presAssocID="{21CC227B-73B1-41C3-B48B-53078C3759DC}" presName="Triangle" presStyleLbl="alignNode1" presStyleIdx="5" presStyleCnt="11"/>
      <dgm:spPr/>
    </dgm:pt>
    <dgm:pt modelId="{B8DC2972-991C-4FFF-9DA1-8471820E3A5F}" type="pres">
      <dgm:prSet presAssocID="{4867D1D7-79A5-4EFA-BAB9-38D96ABB6DBD}" presName="sibTrans" presStyleCnt="0"/>
      <dgm:spPr/>
    </dgm:pt>
    <dgm:pt modelId="{3AAE00AA-AD69-4EC2-8456-01B505DE9C5B}" type="pres">
      <dgm:prSet presAssocID="{4867D1D7-79A5-4EFA-BAB9-38D96ABB6DBD}" presName="space" presStyleCnt="0"/>
      <dgm:spPr/>
    </dgm:pt>
    <dgm:pt modelId="{5D8AB6B0-4125-40A0-9327-2D3FD8525F24}" type="pres">
      <dgm:prSet presAssocID="{74A2C051-9D24-48BC-A07C-E62C650AB92F}" presName="composite" presStyleCnt="0"/>
      <dgm:spPr/>
    </dgm:pt>
    <dgm:pt modelId="{269024D7-443B-4D4F-8891-ED9EE94230BB}" type="pres">
      <dgm:prSet presAssocID="{74A2C051-9D24-48BC-A07C-E62C650AB92F}" presName="LShape" presStyleLbl="alignNode1" presStyleIdx="6" presStyleCnt="11"/>
      <dgm:spPr/>
    </dgm:pt>
    <dgm:pt modelId="{863FAE3C-1491-4071-B501-2B050819A394}" type="pres">
      <dgm:prSet presAssocID="{74A2C051-9D24-48BC-A07C-E62C650AB92F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843CD071-9368-4A24-BC61-0BB2F6206C6C}" type="pres">
      <dgm:prSet presAssocID="{74A2C051-9D24-48BC-A07C-E62C650AB92F}" presName="Triangle" presStyleLbl="alignNode1" presStyleIdx="7" presStyleCnt="11"/>
      <dgm:spPr/>
    </dgm:pt>
    <dgm:pt modelId="{D2A6D441-8DE6-4308-ACAC-391C7B133EAB}" type="pres">
      <dgm:prSet presAssocID="{AE59B158-E69B-441A-9A6B-D7C3E270DC98}" presName="sibTrans" presStyleCnt="0"/>
      <dgm:spPr/>
    </dgm:pt>
    <dgm:pt modelId="{3A64D582-290B-4CE7-8889-F827809B9033}" type="pres">
      <dgm:prSet presAssocID="{AE59B158-E69B-441A-9A6B-D7C3E270DC98}" presName="space" presStyleCnt="0"/>
      <dgm:spPr/>
    </dgm:pt>
    <dgm:pt modelId="{BFF842D9-E9CF-47B4-AD19-CE2EE256C282}" type="pres">
      <dgm:prSet presAssocID="{6439EDDF-77EE-403F-979E-848C2AD3EE66}" presName="composite" presStyleCnt="0"/>
      <dgm:spPr/>
    </dgm:pt>
    <dgm:pt modelId="{95BC49D7-2501-420E-8B23-C9963F965D24}" type="pres">
      <dgm:prSet presAssocID="{6439EDDF-77EE-403F-979E-848C2AD3EE66}" presName="LShape" presStyleLbl="alignNode1" presStyleIdx="8" presStyleCnt="11"/>
      <dgm:spPr/>
    </dgm:pt>
    <dgm:pt modelId="{1C8DE1A0-4EA3-4499-8A1E-0DF370AFE619}" type="pres">
      <dgm:prSet presAssocID="{6439EDDF-77EE-403F-979E-848C2AD3EE66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68289F02-02E8-4A62-971B-04BFC4397250}" type="pres">
      <dgm:prSet presAssocID="{6439EDDF-77EE-403F-979E-848C2AD3EE66}" presName="Triangle" presStyleLbl="alignNode1" presStyleIdx="9" presStyleCnt="11"/>
      <dgm:spPr/>
    </dgm:pt>
    <dgm:pt modelId="{E61B7D3C-D8FF-42CC-8BDF-DF5CC7CB4294}" type="pres">
      <dgm:prSet presAssocID="{73D685D4-2FF0-4509-8CAA-DD4A66711F57}" presName="sibTrans" presStyleCnt="0"/>
      <dgm:spPr/>
    </dgm:pt>
    <dgm:pt modelId="{4B6DFB12-C205-4455-8680-E33A687E0C39}" type="pres">
      <dgm:prSet presAssocID="{73D685D4-2FF0-4509-8CAA-DD4A66711F57}" presName="space" presStyleCnt="0"/>
      <dgm:spPr/>
    </dgm:pt>
    <dgm:pt modelId="{B85B4253-9918-4650-AA96-F4D2D8DCA24F}" type="pres">
      <dgm:prSet presAssocID="{E0811BCB-00A1-407B-9EE0-83392E3553B9}" presName="composite" presStyleCnt="0"/>
      <dgm:spPr/>
    </dgm:pt>
    <dgm:pt modelId="{BE4F1B66-88D5-4937-891A-4393BB52D30B}" type="pres">
      <dgm:prSet presAssocID="{E0811BCB-00A1-407B-9EE0-83392E3553B9}" presName="LShape" presStyleLbl="alignNode1" presStyleIdx="10" presStyleCnt="11"/>
      <dgm:spPr/>
    </dgm:pt>
    <dgm:pt modelId="{B4FC9D48-50D6-4D3F-948F-DF98D2044454}" type="pres">
      <dgm:prSet presAssocID="{E0811BCB-00A1-407B-9EE0-83392E3553B9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7CB1C07-9749-49BA-A527-CD244624E2C5}" srcId="{F0D99A10-8EC6-4C5B-8321-249A9A1B9776}" destId="{6439EDDF-77EE-403F-979E-848C2AD3EE66}" srcOrd="4" destOrd="0" parTransId="{ED757C74-A748-43B6-A11B-D2CA8CFF922C}" sibTransId="{73D685D4-2FF0-4509-8CAA-DD4A66711F57}"/>
    <dgm:cxn modelId="{6A21EA0A-D97F-4DBE-ADBA-29D4F6620C61}" srcId="{F0D99A10-8EC6-4C5B-8321-249A9A1B9776}" destId="{74A2C051-9D24-48BC-A07C-E62C650AB92F}" srcOrd="3" destOrd="0" parTransId="{B40E1C3D-6133-4D34-AB8E-084D9BDDDBB8}" sibTransId="{AE59B158-E69B-441A-9A6B-D7C3E270DC98}"/>
    <dgm:cxn modelId="{5690FC13-ACFD-4717-BBBB-0AC6C2C508CF}" srcId="{F0D99A10-8EC6-4C5B-8321-249A9A1B9776}" destId="{828BFF5B-34B3-4B79-B6A5-0FCA74C858B1}" srcOrd="1" destOrd="0" parTransId="{5A77B0CA-1F9E-47A0-B916-C307F41CAD9E}" sibTransId="{F19739E9-1A3E-488E-84C3-8892A111F2F9}"/>
    <dgm:cxn modelId="{02F1EF1B-34C6-4FF5-9C39-F38E97C9E014}" type="presOf" srcId="{AECBD26C-733B-4CA0-849D-71D74411BC28}" destId="{C97FB0B9-56C7-49B0-A600-B412BA911F86}" srcOrd="0" destOrd="0" presId="urn:microsoft.com/office/officeart/2009/3/layout/StepUpProcess"/>
    <dgm:cxn modelId="{856C7523-74E4-41EB-A94D-5F47EE295327}" type="presOf" srcId="{74A2C051-9D24-48BC-A07C-E62C650AB92F}" destId="{863FAE3C-1491-4071-B501-2B050819A394}" srcOrd="0" destOrd="0" presId="urn:microsoft.com/office/officeart/2009/3/layout/StepUpProcess"/>
    <dgm:cxn modelId="{53446834-59D9-44E0-B218-49303E965E07}" srcId="{F0D99A10-8EC6-4C5B-8321-249A9A1B9776}" destId="{AECBD26C-733B-4CA0-849D-71D74411BC28}" srcOrd="0" destOrd="0" parTransId="{E60E2F3E-5D99-4296-A6EE-3990A24FACB6}" sibTransId="{4FA5CA64-DE9B-4350-AE97-6C788CC62F6C}"/>
    <dgm:cxn modelId="{6906063F-4300-4F58-AB2D-7CF4325A737E}" type="presOf" srcId="{21CC227B-73B1-41C3-B48B-53078C3759DC}" destId="{C7E26502-4161-48DC-BC0B-7ACC96D8302A}" srcOrd="0" destOrd="0" presId="urn:microsoft.com/office/officeart/2009/3/layout/StepUpProcess"/>
    <dgm:cxn modelId="{4FFEDAA3-A547-44E4-9666-6A97D5C0E221}" srcId="{F0D99A10-8EC6-4C5B-8321-249A9A1B9776}" destId="{21CC227B-73B1-41C3-B48B-53078C3759DC}" srcOrd="2" destOrd="0" parTransId="{28394EAE-B6AA-4AB5-87FB-A19A67C9F26E}" sibTransId="{4867D1D7-79A5-4EFA-BAB9-38D96ABB6DBD}"/>
    <dgm:cxn modelId="{6C5EA9BB-224D-429B-965D-E74D56340EFD}" type="presOf" srcId="{6439EDDF-77EE-403F-979E-848C2AD3EE66}" destId="{1C8DE1A0-4EA3-4499-8A1E-0DF370AFE619}" srcOrd="0" destOrd="0" presId="urn:microsoft.com/office/officeart/2009/3/layout/StepUpProcess"/>
    <dgm:cxn modelId="{4E951FDF-74E9-48CD-A626-8A6B14CF465F}" type="presOf" srcId="{F0D99A10-8EC6-4C5B-8321-249A9A1B9776}" destId="{D366F9B0-7F2D-4922-A6D4-4B59D166EC15}" srcOrd="0" destOrd="0" presId="urn:microsoft.com/office/officeart/2009/3/layout/StepUpProcess"/>
    <dgm:cxn modelId="{6B0F15F2-2BD5-4F4A-BFB7-719CAAC307F3}" type="presOf" srcId="{828BFF5B-34B3-4B79-B6A5-0FCA74C858B1}" destId="{497CF8BC-AE14-4764-8CF9-EE2CB6075ECC}" srcOrd="0" destOrd="0" presId="urn:microsoft.com/office/officeart/2009/3/layout/StepUpProcess"/>
    <dgm:cxn modelId="{6AF568F4-1A02-4C3C-B761-B9F74262862F}" type="presOf" srcId="{E0811BCB-00A1-407B-9EE0-83392E3553B9}" destId="{B4FC9D48-50D6-4D3F-948F-DF98D2044454}" srcOrd="0" destOrd="0" presId="urn:microsoft.com/office/officeart/2009/3/layout/StepUpProcess"/>
    <dgm:cxn modelId="{0C2C12FD-AA6B-45CC-A991-C7F5B8089C7A}" srcId="{F0D99A10-8EC6-4C5B-8321-249A9A1B9776}" destId="{E0811BCB-00A1-407B-9EE0-83392E3553B9}" srcOrd="5" destOrd="0" parTransId="{E5A63DDB-CDFB-40F7-8EA5-F53CBC5019FC}" sibTransId="{492775E8-E629-4104-BADA-5532827CFEC4}"/>
    <dgm:cxn modelId="{9109006A-848C-490E-B9E1-01A0D4E901FE}" type="presParOf" srcId="{D366F9B0-7F2D-4922-A6D4-4B59D166EC15}" destId="{A3C5B120-296C-4E70-8C7C-F4D7AABED54E}" srcOrd="0" destOrd="0" presId="urn:microsoft.com/office/officeart/2009/3/layout/StepUpProcess"/>
    <dgm:cxn modelId="{3B7AEA9E-1D50-42EA-AD37-0758FAC68A73}" type="presParOf" srcId="{A3C5B120-296C-4E70-8C7C-F4D7AABED54E}" destId="{59D2C58C-357E-4873-A0F3-1944A9F4DB3E}" srcOrd="0" destOrd="0" presId="urn:microsoft.com/office/officeart/2009/3/layout/StepUpProcess"/>
    <dgm:cxn modelId="{90761D33-22D1-4A11-8CFD-182F7A3E1DDF}" type="presParOf" srcId="{A3C5B120-296C-4E70-8C7C-F4D7AABED54E}" destId="{C97FB0B9-56C7-49B0-A600-B412BA911F86}" srcOrd="1" destOrd="0" presId="urn:microsoft.com/office/officeart/2009/3/layout/StepUpProcess"/>
    <dgm:cxn modelId="{357D16F9-94CC-44C0-B8A0-65701FD9CB88}" type="presParOf" srcId="{A3C5B120-296C-4E70-8C7C-F4D7AABED54E}" destId="{183BB345-05BF-4A11-A14F-476EDF063053}" srcOrd="2" destOrd="0" presId="urn:microsoft.com/office/officeart/2009/3/layout/StepUpProcess"/>
    <dgm:cxn modelId="{575A7EC1-DF84-48F8-95AA-F0CF40959993}" type="presParOf" srcId="{D366F9B0-7F2D-4922-A6D4-4B59D166EC15}" destId="{5CF69771-CF5A-4F64-AECA-56E45EDB3040}" srcOrd="1" destOrd="0" presId="urn:microsoft.com/office/officeart/2009/3/layout/StepUpProcess"/>
    <dgm:cxn modelId="{EF5E9B88-B979-4CC0-8FDF-78EF57374C11}" type="presParOf" srcId="{5CF69771-CF5A-4F64-AECA-56E45EDB3040}" destId="{39FD703B-1EBF-4119-873B-7456187447DE}" srcOrd="0" destOrd="0" presId="urn:microsoft.com/office/officeart/2009/3/layout/StepUpProcess"/>
    <dgm:cxn modelId="{9425737A-28EB-4182-9B2B-40CF78961B7F}" type="presParOf" srcId="{D366F9B0-7F2D-4922-A6D4-4B59D166EC15}" destId="{B049EB8C-AC60-43F6-8AAD-0791D5C18537}" srcOrd="2" destOrd="0" presId="urn:microsoft.com/office/officeart/2009/3/layout/StepUpProcess"/>
    <dgm:cxn modelId="{18F27C41-8411-4D12-B865-AF91C6FE788A}" type="presParOf" srcId="{B049EB8C-AC60-43F6-8AAD-0791D5C18537}" destId="{1E38A365-362D-420E-A6DD-A11277A668A3}" srcOrd="0" destOrd="0" presId="urn:microsoft.com/office/officeart/2009/3/layout/StepUpProcess"/>
    <dgm:cxn modelId="{5389E8C0-9BF3-4D27-95FC-15DA87D6A4FA}" type="presParOf" srcId="{B049EB8C-AC60-43F6-8AAD-0791D5C18537}" destId="{497CF8BC-AE14-4764-8CF9-EE2CB6075ECC}" srcOrd="1" destOrd="0" presId="urn:microsoft.com/office/officeart/2009/3/layout/StepUpProcess"/>
    <dgm:cxn modelId="{5501D0D3-58F5-4E62-B647-6766285857D3}" type="presParOf" srcId="{B049EB8C-AC60-43F6-8AAD-0791D5C18537}" destId="{0ABED805-A86D-4E28-A344-D05B73A3A16A}" srcOrd="2" destOrd="0" presId="urn:microsoft.com/office/officeart/2009/3/layout/StepUpProcess"/>
    <dgm:cxn modelId="{A7021464-43E6-4FE6-90D8-02F7ADF65C90}" type="presParOf" srcId="{D366F9B0-7F2D-4922-A6D4-4B59D166EC15}" destId="{4D9E30EF-435A-4AE9-A648-C0BF198658F2}" srcOrd="3" destOrd="0" presId="urn:microsoft.com/office/officeart/2009/3/layout/StepUpProcess"/>
    <dgm:cxn modelId="{D963A59C-29A5-4CCF-857E-F79EBAAE58CF}" type="presParOf" srcId="{4D9E30EF-435A-4AE9-A648-C0BF198658F2}" destId="{D5E73969-68F9-4188-B620-F8E390768C46}" srcOrd="0" destOrd="0" presId="urn:microsoft.com/office/officeart/2009/3/layout/StepUpProcess"/>
    <dgm:cxn modelId="{30D56057-CD2A-4D2F-8CED-BACFFCF91981}" type="presParOf" srcId="{D366F9B0-7F2D-4922-A6D4-4B59D166EC15}" destId="{D963B951-0254-4274-B204-C734EEDC0DFD}" srcOrd="4" destOrd="0" presId="urn:microsoft.com/office/officeart/2009/3/layout/StepUpProcess"/>
    <dgm:cxn modelId="{5643E8B8-E3CD-4BFD-BFC0-282FA361F8BE}" type="presParOf" srcId="{D963B951-0254-4274-B204-C734EEDC0DFD}" destId="{1F224D4B-957A-4211-82C3-C9109123C38B}" srcOrd="0" destOrd="0" presId="urn:microsoft.com/office/officeart/2009/3/layout/StepUpProcess"/>
    <dgm:cxn modelId="{E952A6A0-0834-440C-B007-59ECECB4CFF2}" type="presParOf" srcId="{D963B951-0254-4274-B204-C734EEDC0DFD}" destId="{C7E26502-4161-48DC-BC0B-7ACC96D8302A}" srcOrd="1" destOrd="0" presId="urn:microsoft.com/office/officeart/2009/3/layout/StepUpProcess"/>
    <dgm:cxn modelId="{561CD044-EA78-40B9-8573-2CC02F6991AF}" type="presParOf" srcId="{D963B951-0254-4274-B204-C734EEDC0DFD}" destId="{47D86AEC-01B4-4CD8-94F2-4E447AD64781}" srcOrd="2" destOrd="0" presId="urn:microsoft.com/office/officeart/2009/3/layout/StepUpProcess"/>
    <dgm:cxn modelId="{F004DCC4-BAD5-4DA9-87A3-8FDF7BAAEF8B}" type="presParOf" srcId="{D366F9B0-7F2D-4922-A6D4-4B59D166EC15}" destId="{B8DC2972-991C-4FFF-9DA1-8471820E3A5F}" srcOrd="5" destOrd="0" presId="urn:microsoft.com/office/officeart/2009/3/layout/StepUpProcess"/>
    <dgm:cxn modelId="{0E7E8CC3-5129-40FC-AF80-866D652C6100}" type="presParOf" srcId="{B8DC2972-991C-4FFF-9DA1-8471820E3A5F}" destId="{3AAE00AA-AD69-4EC2-8456-01B505DE9C5B}" srcOrd="0" destOrd="0" presId="urn:microsoft.com/office/officeart/2009/3/layout/StepUpProcess"/>
    <dgm:cxn modelId="{1B092967-8FB9-4A8E-902E-399689CDD47E}" type="presParOf" srcId="{D366F9B0-7F2D-4922-A6D4-4B59D166EC15}" destId="{5D8AB6B0-4125-40A0-9327-2D3FD8525F24}" srcOrd="6" destOrd="0" presId="urn:microsoft.com/office/officeart/2009/3/layout/StepUpProcess"/>
    <dgm:cxn modelId="{12543AF8-71F5-4C52-81E4-9469EDEEE3EF}" type="presParOf" srcId="{5D8AB6B0-4125-40A0-9327-2D3FD8525F24}" destId="{269024D7-443B-4D4F-8891-ED9EE94230BB}" srcOrd="0" destOrd="0" presId="urn:microsoft.com/office/officeart/2009/3/layout/StepUpProcess"/>
    <dgm:cxn modelId="{328C4DB2-50BB-4995-B115-F361D9D57C81}" type="presParOf" srcId="{5D8AB6B0-4125-40A0-9327-2D3FD8525F24}" destId="{863FAE3C-1491-4071-B501-2B050819A394}" srcOrd="1" destOrd="0" presId="urn:microsoft.com/office/officeart/2009/3/layout/StepUpProcess"/>
    <dgm:cxn modelId="{CF27CB5D-1139-4CC3-BBE4-71CF6980F217}" type="presParOf" srcId="{5D8AB6B0-4125-40A0-9327-2D3FD8525F24}" destId="{843CD071-9368-4A24-BC61-0BB2F6206C6C}" srcOrd="2" destOrd="0" presId="urn:microsoft.com/office/officeart/2009/3/layout/StepUpProcess"/>
    <dgm:cxn modelId="{9746A164-7B47-497B-9EB7-F8C1C0A1280E}" type="presParOf" srcId="{D366F9B0-7F2D-4922-A6D4-4B59D166EC15}" destId="{D2A6D441-8DE6-4308-ACAC-391C7B133EAB}" srcOrd="7" destOrd="0" presId="urn:microsoft.com/office/officeart/2009/3/layout/StepUpProcess"/>
    <dgm:cxn modelId="{4D6D41BA-6773-42A9-A094-1198D75A77E1}" type="presParOf" srcId="{D2A6D441-8DE6-4308-ACAC-391C7B133EAB}" destId="{3A64D582-290B-4CE7-8889-F827809B9033}" srcOrd="0" destOrd="0" presId="urn:microsoft.com/office/officeart/2009/3/layout/StepUpProcess"/>
    <dgm:cxn modelId="{8DBB9CA9-1F48-4FDA-A291-EAF4B20C3EA0}" type="presParOf" srcId="{D366F9B0-7F2D-4922-A6D4-4B59D166EC15}" destId="{BFF842D9-E9CF-47B4-AD19-CE2EE256C282}" srcOrd="8" destOrd="0" presId="urn:microsoft.com/office/officeart/2009/3/layout/StepUpProcess"/>
    <dgm:cxn modelId="{BC5015FF-786C-48E2-9000-5D08DF922D0D}" type="presParOf" srcId="{BFF842D9-E9CF-47B4-AD19-CE2EE256C282}" destId="{95BC49D7-2501-420E-8B23-C9963F965D24}" srcOrd="0" destOrd="0" presId="urn:microsoft.com/office/officeart/2009/3/layout/StepUpProcess"/>
    <dgm:cxn modelId="{061EC25F-C672-414C-8C7D-77199986B3DC}" type="presParOf" srcId="{BFF842D9-E9CF-47B4-AD19-CE2EE256C282}" destId="{1C8DE1A0-4EA3-4499-8A1E-0DF370AFE619}" srcOrd="1" destOrd="0" presId="urn:microsoft.com/office/officeart/2009/3/layout/StepUpProcess"/>
    <dgm:cxn modelId="{FF2DBB85-A2F7-42FB-997C-04EC6E824D24}" type="presParOf" srcId="{BFF842D9-E9CF-47B4-AD19-CE2EE256C282}" destId="{68289F02-02E8-4A62-971B-04BFC4397250}" srcOrd="2" destOrd="0" presId="urn:microsoft.com/office/officeart/2009/3/layout/StepUpProcess"/>
    <dgm:cxn modelId="{C1E9A925-4386-45B4-9DE6-5CBA72A10987}" type="presParOf" srcId="{D366F9B0-7F2D-4922-A6D4-4B59D166EC15}" destId="{E61B7D3C-D8FF-42CC-8BDF-DF5CC7CB4294}" srcOrd="9" destOrd="0" presId="urn:microsoft.com/office/officeart/2009/3/layout/StepUpProcess"/>
    <dgm:cxn modelId="{D2DF8AA7-26E1-4E42-ADDE-88DB153FCC03}" type="presParOf" srcId="{E61B7D3C-D8FF-42CC-8BDF-DF5CC7CB4294}" destId="{4B6DFB12-C205-4455-8680-E33A687E0C39}" srcOrd="0" destOrd="0" presId="urn:microsoft.com/office/officeart/2009/3/layout/StepUpProcess"/>
    <dgm:cxn modelId="{DB26E725-6DAC-4FFB-8793-9B5220CA4708}" type="presParOf" srcId="{D366F9B0-7F2D-4922-A6D4-4B59D166EC15}" destId="{B85B4253-9918-4650-AA96-F4D2D8DCA24F}" srcOrd="10" destOrd="0" presId="urn:microsoft.com/office/officeart/2009/3/layout/StepUpProcess"/>
    <dgm:cxn modelId="{BD2C14F8-82C3-49E3-905B-D7D8E3BCC0D9}" type="presParOf" srcId="{B85B4253-9918-4650-AA96-F4D2D8DCA24F}" destId="{BE4F1B66-88D5-4937-891A-4393BB52D30B}" srcOrd="0" destOrd="0" presId="urn:microsoft.com/office/officeart/2009/3/layout/StepUpProcess"/>
    <dgm:cxn modelId="{41674B40-9AC6-4C79-A761-AB6076C6117E}" type="presParOf" srcId="{B85B4253-9918-4650-AA96-F4D2D8DCA24F}" destId="{B4FC9D48-50D6-4D3F-948F-DF98D2044454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04078A-E5EA-42D5-A9B7-250F337EF9B6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3A5B69-462F-4B2C-8F50-9F16A4AA37F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Cessation of smoking at least 1 month </a:t>
          </a:r>
          <a:endParaRPr lang="en-IN" dirty="0">
            <a:solidFill>
              <a:schemeClr val="tx1"/>
            </a:solidFill>
          </a:endParaRPr>
        </a:p>
      </dgm:t>
    </dgm:pt>
    <dgm:pt modelId="{C8DE972A-F3DC-4C55-8F36-DA2CC649D0DF}" type="parTrans" cxnId="{098C5AE4-6BF7-49A0-BEB5-B904C751BC16}">
      <dgm:prSet/>
      <dgm:spPr/>
      <dgm:t>
        <a:bodyPr/>
        <a:lstStyle/>
        <a:p>
          <a:endParaRPr lang="en-IN"/>
        </a:p>
      </dgm:t>
    </dgm:pt>
    <dgm:pt modelId="{999071BC-935E-4AB9-A308-42B8E3CB15F2}" type="sibTrans" cxnId="{098C5AE4-6BF7-49A0-BEB5-B904C751BC16}">
      <dgm:prSet/>
      <dgm:spPr/>
      <dgm:t>
        <a:bodyPr/>
        <a:lstStyle/>
        <a:p>
          <a:endParaRPr lang="en-IN"/>
        </a:p>
      </dgm:t>
    </dgm:pt>
    <dgm:pt modelId="{7260C160-9DF7-476D-8BB2-70D258064873}">
      <dgm:prSet/>
      <dgm:spPr/>
      <dgm:t>
        <a:bodyPr/>
        <a:lstStyle/>
        <a:p>
          <a:r>
            <a:rPr lang="en-US"/>
            <a:t>Reduce the incidence of postoperative pulmonary complication</a:t>
          </a:r>
          <a:endParaRPr lang="en-IN"/>
        </a:p>
      </dgm:t>
    </dgm:pt>
    <dgm:pt modelId="{62C29ED0-C632-4046-A2E5-82A0AC6A7518}" type="parTrans" cxnId="{5823BF86-E36E-4FA6-89DD-263F948A8645}">
      <dgm:prSet/>
      <dgm:spPr/>
      <dgm:t>
        <a:bodyPr/>
        <a:lstStyle/>
        <a:p>
          <a:endParaRPr lang="en-IN"/>
        </a:p>
      </dgm:t>
    </dgm:pt>
    <dgm:pt modelId="{C90A0698-A078-4167-9050-02FB0CE94E5A}" type="sibTrans" cxnId="{5823BF86-E36E-4FA6-89DD-263F948A8645}">
      <dgm:prSet/>
      <dgm:spPr/>
      <dgm:t>
        <a:bodyPr/>
        <a:lstStyle/>
        <a:p>
          <a:endParaRPr lang="en-IN"/>
        </a:p>
      </dgm:t>
    </dgm:pt>
    <dgm:pt modelId="{818035A8-397A-4303-82CD-27BB2D4BD8E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Cessation of alcohol intake at least 1 month </a:t>
          </a:r>
          <a:endParaRPr lang="en-IN" dirty="0">
            <a:solidFill>
              <a:schemeClr val="tx1"/>
            </a:solidFill>
          </a:endParaRPr>
        </a:p>
      </dgm:t>
    </dgm:pt>
    <dgm:pt modelId="{1F70B089-A262-49A2-B964-76A8A97DE04D}" type="parTrans" cxnId="{A81F4389-25E4-4B55-82A1-C66C489E1B86}">
      <dgm:prSet/>
      <dgm:spPr/>
      <dgm:t>
        <a:bodyPr/>
        <a:lstStyle/>
        <a:p>
          <a:endParaRPr lang="en-IN"/>
        </a:p>
      </dgm:t>
    </dgm:pt>
    <dgm:pt modelId="{612B9370-A645-4103-B407-937DA30592FA}" type="sibTrans" cxnId="{A81F4389-25E4-4B55-82A1-C66C489E1B86}">
      <dgm:prSet/>
      <dgm:spPr/>
      <dgm:t>
        <a:bodyPr/>
        <a:lstStyle/>
        <a:p>
          <a:endParaRPr lang="en-IN"/>
        </a:p>
      </dgm:t>
    </dgm:pt>
    <dgm:pt modelId="{CD8FBF1F-68F7-40E4-8B91-49849042C9E9}">
      <dgm:prSet/>
      <dgm:spPr/>
      <dgm:t>
        <a:bodyPr/>
        <a:lstStyle/>
        <a:p>
          <a:r>
            <a:rPr lang="en-US" dirty="0"/>
            <a:t>Reduce postoperative complications (Bleeding, wound infection)</a:t>
          </a:r>
          <a:endParaRPr lang="en-IN" dirty="0"/>
        </a:p>
      </dgm:t>
    </dgm:pt>
    <dgm:pt modelId="{64FB1B16-F2A0-48C1-BA6A-7FAEB3E4B0C2}" type="parTrans" cxnId="{5B5D483B-DC83-4EB4-BD3C-BC8C16F2DD67}">
      <dgm:prSet/>
      <dgm:spPr/>
      <dgm:t>
        <a:bodyPr/>
        <a:lstStyle/>
        <a:p>
          <a:endParaRPr lang="en-IN"/>
        </a:p>
      </dgm:t>
    </dgm:pt>
    <dgm:pt modelId="{F21E9013-540E-443F-98BA-736D8E13D178}" type="sibTrans" cxnId="{5B5D483B-DC83-4EB4-BD3C-BC8C16F2DD67}">
      <dgm:prSet/>
      <dgm:spPr/>
      <dgm:t>
        <a:bodyPr/>
        <a:lstStyle/>
        <a:p>
          <a:endParaRPr lang="en-IN"/>
        </a:p>
      </dgm:t>
    </dgm:pt>
    <dgm:pt modelId="{592D13EB-5238-4A7B-9EAF-07B03B3EF336}" type="pres">
      <dgm:prSet presAssocID="{AF04078A-E5EA-42D5-A9B7-250F337EF9B6}" presName="linearFlow" presStyleCnt="0">
        <dgm:presLayoutVars>
          <dgm:dir/>
          <dgm:resizeHandles val="exact"/>
        </dgm:presLayoutVars>
      </dgm:prSet>
      <dgm:spPr/>
    </dgm:pt>
    <dgm:pt modelId="{B8429F41-1372-4EAB-BE6B-60BDAF213812}" type="pres">
      <dgm:prSet presAssocID="{5E3A5B69-462F-4B2C-8F50-9F16A4AA37F9}" presName="composite" presStyleCnt="0"/>
      <dgm:spPr/>
    </dgm:pt>
    <dgm:pt modelId="{5668B97A-3E68-434C-A92B-A0EA1D3C08FF}" type="pres">
      <dgm:prSet presAssocID="{5E3A5B69-462F-4B2C-8F50-9F16A4AA37F9}" presName="imgShp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t="-12000" b="-12000"/>
          </a:stretch>
        </a:blipFill>
      </dgm:spPr>
    </dgm:pt>
    <dgm:pt modelId="{8193FA50-7FC9-4BC9-BDD8-1EBE9244A887}" type="pres">
      <dgm:prSet presAssocID="{5E3A5B69-462F-4B2C-8F50-9F16A4AA37F9}" presName="txShp" presStyleLbl="node1" presStyleIdx="0" presStyleCnt="2">
        <dgm:presLayoutVars>
          <dgm:bulletEnabled val="1"/>
        </dgm:presLayoutVars>
      </dgm:prSet>
      <dgm:spPr/>
    </dgm:pt>
    <dgm:pt modelId="{6771BC87-7FA3-408B-963A-6BA2690DFE37}" type="pres">
      <dgm:prSet presAssocID="{999071BC-935E-4AB9-A308-42B8E3CB15F2}" presName="spacing" presStyleCnt="0"/>
      <dgm:spPr/>
    </dgm:pt>
    <dgm:pt modelId="{2A243E46-854B-4293-A029-67614EF09797}" type="pres">
      <dgm:prSet presAssocID="{818035A8-397A-4303-82CD-27BB2D4BD8EF}" presName="composite" presStyleCnt="0"/>
      <dgm:spPr/>
    </dgm:pt>
    <dgm:pt modelId="{99651445-910A-490A-B8EE-58CDB6C66DCC}" type="pres">
      <dgm:prSet presAssocID="{818035A8-397A-4303-82CD-27BB2D4BD8EF}" presName="imgShp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65D51EEB-752B-446F-BA2B-F3B871174238}" type="pres">
      <dgm:prSet presAssocID="{818035A8-397A-4303-82CD-27BB2D4BD8EF}" presName="txShp" presStyleLbl="node1" presStyleIdx="1" presStyleCnt="2">
        <dgm:presLayoutVars>
          <dgm:bulletEnabled val="1"/>
        </dgm:presLayoutVars>
      </dgm:prSet>
      <dgm:spPr/>
    </dgm:pt>
  </dgm:ptLst>
  <dgm:cxnLst>
    <dgm:cxn modelId="{755F802A-86A1-4234-B4C3-83D5BFB9FBB7}" type="presOf" srcId="{AF04078A-E5EA-42D5-A9B7-250F337EF9B6}" destId="{592D13EB-5238-4A7B-9EAF-07B03B3EF336}" srcOrd="0" destOrd="0" presId="urn:microsoft.com/office/officeart/2005/8/layout/vList3"/>
    <dgm:cxn modelId="{5B5D483B-DC83-4EB4-BD3C-BC8C16F2DD67}" srcId="{818035A8-397A-4303-82CD-27BB2D4BD8EF}" destId="{CD8FBF1F-68F7-40E4-8B91-49849042C9E9}" srcOrd="0" destOrd="0" parTransId="{64FB1B16-F2A0-48C1-BA6A-7FAEB3E4B0C2}" sibTransId="{F21E9013-540E-443F-98BA-736D8E13D178}"/>
    <dgm:cxn modelId="{B3F71165-B8DC-45A8-BBAC-F749F1D7DE0B}" type="presOf" srcId="{7260C160-9DF7-476D-8BB2-70D258064873}" destId="{8193FA50-7FC9-4BC9-BDD8-1EBE9244A887}" srcOrd="0" destOrd="1" presId="urn:microsoft.com/office/officeart/2005/8/layout/vList3"/>
    <dgm:cxn modelId="{5F7F5E6C-A480-4208-B779-9736255D6948}" type="presOf" srcId="{CD8FBF1F-68F7-40E4-8B91-49849042C9E9}" destId="{65D51EEB-752B-446F-BA2B-F3B871174238}" srcOrd="0" destOrd="1" presId="urn:microsoft.com/office/officeart/2005/8/layout/vList3"/>
    <dgm:cxn modelId="{2074864C-CAB6-4FA5-8763-36BAC5A035D6}" type="presOf" srcId="{5E3A5B69-462F-4B2C-8F50-9F16A4AA37F9}" destId="{8193FA50-7FC9-4BC9-BDD8-1EBE9244A887}" srcOrd="0" destOrd="0" presId="urn:microsoft.com/office/officeart/2005/8/layout/vList3"/>
    <dgm:cxn modelId="{CEA2D67D-7AB8-4BC9-B26F-DBA4EAEC8E31}" type="presOf" srcId="{818035A8-397A-4303-82CD-27BB2D4BD8EF}" destId="{65D51EEB-752B-446F-BA2B-F3B871174238}" srcOrd="0" destOrd="0" presId="urn:microsoft.com/office/officeart/2005/8/layout/vList3"/>
    <dgm:cxn modelId="{5823BF86-E36E-4FA6-89DD-263F948A8645}" srcId="{5E3A5B69-462F-4B2C-8F50-9F16A4AA37F9}" destId="{7260C160-9DF7-476D-8BB2-70D258064873}" srcOrd="0" destOrd="0" parTransId="{62C29ED0-C632-4046-A2E5-82A0AC6A7518}" sibTransId="{C90A0698-A078-4167-9050-02FB0CE94E5A}"/>
    <dgm:cxn modelId="{A81F4389-25E4-4B55-82A1-C66C489E1B86}" srcId="{AF04078A-E5EA-42D5-A9B7-250F337EF9B6}" destId="{818035A8-397A-4303-82CD-27BB2D4BD8EF}" srcOrd="1" destOrd="0" parTransId="{1F70B089-A262-49A2-B964-76A8A97DE04D}" sibTransId="{612B9370-A645-4103-B407-937DA30592FA}"/>
    <dgm:cxn modelId="{098C5AE4-6BF7-49A0-BEB5-B904C751BC16}" srcId="{AF04078A-E5EA-42D5-A9B7-250F337EF9B6}" destId="{5E3A5B69-462F-4B2C-8F50-9F16A4AA37F9}" srcOrd="0" destOrd="0" parTransId="{C8DE972A-F3DC-4C55-8F36-DA2CC649D0DF}" sibTransId="{999071BC-935E-4AB9-A308-42B8E3CB15F2}"/>
    <dgm:cxn modelId="{64042ABC-A5D8-4622-853A-2FC84AFA2C1F}" type="presParOf" srcId="{592D13EB-5238-4A7B-9EAF-07B03B3EF336}" destId="{B8429F41-1372-4EAB-BE6B-60BDAF213812}" srcOrd="0" destOrd="0" presId="urn:microsoft.com/office/officeart/2005/8/layout/vList3"/>
    <dgm:cxn modelId="{3493C5D3-FE26-48C4-991C-650B3EA4D7A7}" type="presParOf" srcId="{B8429F41-1372-4EAB-BE6B-60BDAF213812}" destId="{5668B97A-3E68-434C-A92B-A0EA1D3C08FF}" srcOrd="0" destOrd="0" presId="urn:microsoft.com/office/officeart/2005/8/layout/vList3"/>
    <dgm:cxn modelId="{B3881199-58EE-4374-99DD-5F69AE1371B3}" type="presParOf" srcId="{B8429F41-1372-4EAB-BE6B-60BDAF213812}" destId="{8193FA50-7FC9-4BC9-BDD8-1EBE9244A887}" srcOrd="1" destOrd="0" presId="urn:microsoft.com/office/officeart/2005/8/layout/vList3"/>
    <dgm:cxn modelId="{C16F5487-C648-4C41-9FA5-1A8BB23AAB3E}" type="presParOf" srcId="{592D13EB-5238-4A7B-9EAF-07B03B3EF336}" destId="{6771BC87-7FA3-408B-963A-6BA2690DFE37}" srcOrd="1" destOrd="0" presId="urn:microsoft.com/office/officeart/2005/8/layout/vList3"/>
    <dgm:cxn modelId="{02E1B4AB-B6E1-4EC9-9BAA-5F3B6318292E}" type="presParOf" srcId="{592D13EB-5238-4A7B-9EAF-07B03B3EF336}" destId="{2A243E46-854B-4293-A029-67614EF09797}" srcOrd="2" destOrd="0" presId="urn:microsoft.com/office/officeart/2005/8/layout/vList3"/>
    <dgm:cxn modelId="{72AC2C68-39E3-4F03-8AB8-CE525B56C302}" type="presParOf" srcId="{2A243E46-854B-4293-A029-67614EF09797}" destId="{99651445-910A-490A-B8EE-58CDB6C66DCC}" srcOrd="0" destOrd="0" presId="urn:microsoft.com/office/officeart/2005/8/layout/vList3"/>
    <dgm:cxn modelId="{BEB8ED8B-6B1A-4EDB-91D3-D23988BE13B0}" type="presParOf" srcId="{2A243E46-854B-4293-A029-67614EF09797}" destId="{65D51EEB-752B-446F-BA2B-F3B87117423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AD5212-6C0C-40C3-AEED-BFAD5CF5D92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7832D6C-44DC-4A6C-90E7-8585AF6168D5}">
      <dgm:prSet/>
      <dgm:spPr/>
      <dgm:t>
        <a:bodyPr/>
        <a:lstStyle/>
        <a:p>
          <a:r>
            <a:rPr lang="en-US">
              <a:solidFill>
                <a:srgbClr val="002060"/>
              </a:solidFill>
            </a:rPr>
            <a:t>Fluid management plan</a:t>
          </a:r>
          <a:endParaRPr lang="en-IN">
            <a:solidFill>
              <a:srgbClr val="002060"/>
            </a:solidFill>
          </a:endParaRPr>
        </a:p>
      </dgm:t>
    </dgm:pt>
    <dgm:pt modelId="{BCA4FE74-AB04-451E-98C5-CE15A2045C2C}" type="parTrans" cxnId="{674AD9FE-BA3D-413B-99F6-70A5CA9C6418}">
      <dgm:prSet/>
      <dgm:spPr/>
      <dgm:t>
        <a:bodyPr/>
        <a:lstStyle/>
        <a:p>
          <a:endParaRPr lang="en-IN"/>
        </a:p>
      </dgm:t>
    </dgm:pt>
    <dgm:pt modelId="{FB72C8A4-B5EC-4123-91A2-4AE6C4FEC479}" type="sibTrans" cxnId="{674AD9FE-BA3D-413B-99F6-70A5CA9C6418}">
      <dgm:prSet/>
      <dgm:spPr/>
      <dgm:t>
        <a:bodyPr/>
        <a:lstStyle/>
        <a:p>
          <a:endParaRPr lang="en-IN"/>
        </a:p>
      </dgm:t>
    </dgm:pt>
    <dgm:pt modelId="{3D609467-8385-4ED4-A4BC-52C57A93302A}">
      <dgm:prSet/>
      <dgm:spPr/>
      <dgm:t>
        <a:bodyPr/>
        <a:lstStyle/>
        <a:p>
          <a:r>
            <a:rPr lang="en-US">
              <a:solidFill>
                <a:srgbClr val="002060"/>
              </a:solidFill>
            </a:rPr>
            <a:t>Pain management plan</a:t>
          </a:r>
          <a:endParaRPr lang="en-IN">
            <a:solidFill>
              <a:srgbClr val="002060"/>
            </a:solidFill>
          </a:endParaRPr>
        </a:p>
      </dgm:t>
    </dgm:pt>
    <dgm:pt modelId="{2A678AFB-189B-4A5C-BCCB-864EFAD1FCCC}" type="parTrans" cxnId="{91E59D2A-90FF-46E7-959F-144091332B85}">
      <dgm:prSet/>
      <dgm:spPr/>
      <dgm:t>
        <a:bodyPr/>
        <a:lstStyle/>
        <a:p>
          <a:endParaRPr lang="en-IN"/>
        </a:p>
      </dgm:t>
    </dgm:pt>
    <dgm:pt modelId="{C7A48790-7A0E-4541-B7EA-1B4225EFE501}" type="sibTrans" cxnId="{91E59D2A-90FF-46E7-959F-144091332B85}">
      <dgm:prSet/>
      <dgm:spPr/>
      <dgm:t>
        <a:bodyPr/>
        <a:lstStyle/>
        <a:p>
          <a:endParaRPr lang="en-IN"/>
        </a:p>
      </dgm:t>
    </dgm:pt>
    <dgm:pt modelId="{88B914D7-53B5-46A4-B299-A7614787FB96}">
      <dgm:prSet/>
      <dgm:spPr/>
      <dgm:t>
        <a:bodyPr/>
        <a:lstStyle/>
        <a:p>
          <a:r>
            <a:rPr lang="en-US">
              <a:solidFill>
                <a:srgbClr val="002060"/>
              </a:solidFill>
            </a:rPr>
            <a:t>Minimizing risk of PONV and hypothermia</a:t>
          </a:r>
          <a:endParaRPr lang="en-IN">
            <a:solidFill>
              <a:srgbClr val="002060"/>
            </a:solidFill>
          </a:endParaRPr>
        </a:p>
      </dgm:t>
    </dgm:pt>
    <dgm:pt modelId="{6C652C34-F3C0-4691-84D8-85A610A8108D}" type="parTrans" cxnId="{A6B9600B-B6B1-426E-AACF-57BF4F9E0BDA}">
      <dgm:prSet/>
      <dgm:spPr/>
      <dgm:t>
        <a:bodyPr/>
        <a:lstStyle/>
        <a:p>
          <a:endParaRPr lang="en-IN"/>
        </a:p>
      </dgm:t>
    </dgm:pt>
    <dgm:pt modelId="{4403F489-D9EE-4E39-B40C-A10A5E0A9904}" type="sibTrans" cxnId="{A6B9600B-B6B1-426E-AACF-57BF4F9E0BDA}">
      <dgm:prSet/>
      <dgm:spPr/>
      <dgm:t>
        <a:bodyPr/>
        <a:lstStyle/>
        <a:p>
          <a:endParaRPr lang="en-IN"/>
        </a:p>
      </dgm:t>
    </dgm:pt>
    <dgm:pt modelId="{742F8309-8930-4A8B-8507-16AA218E6EFE}">
      <dgm:prSet/>
      <dgm:spPr/>
      <dgm:t>
        <a:bodyPr/>
        <a:lstStyle/>
        <a:p>
          <a:r>
            <a:rPr lang="en-US">
              <a:solidFill>
                <a:srgbClr val="002060"/>
              </a:solidFill>
            </a:rPr>
            <a:t>Minimize complications</a:t>
          </a:r>
          <a:endParaRPr lang="en-IN">
            <a:solidFill>
              <a:srgbClr val="002060"/>
            </a:solidFill>
          </a:endParaRPr>
        </a:p>
      </dgm:t>
    </dgm:pt>
    <dgm:pt modelId="{3EE74644-3455-482B-87A4-F511217313AF}" type="parTrans" cxnId="{7BACDD26-967F-4F9E-A441-5AEF2426C33A}">
      <dgm:prSet/>
      <dgm:spPr/>
      <dgm:t>
        <a:bodyPr/>
        <a:lstStyle/>
        <a:p>
          <a:endParaRPr lang="en-IN"/>
        </a:p>
      </dgm:t>
    </dgm:pt>
    <dgm:pt modelId="{668C4C2E-80F3-4C89-B9DC-E3F0BEA707EF}" type="sibTrans" cxnId="{7BACDD26-967F-4F9E-A441-5AEF2426C33A}">
      <dgm:prSet/>
      <dgm:spPr/>
      <dgm:t>
        <a:bodyPr/>
        <a:lstStyle/>
        <a:p>
          <a:endParaRPr lang="en-IN"/>
        </a:p>
      </dgm:t>
    </dgm:pt>
    <dgm:pt modelId="{997A806C-4E25-4A89-AAA9-57ECB91D117F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Minimize use of drains</a:t>
          </a:r>
          <a:endParaRPr lang="en-IN" dirty="0">
            <a:solidFill>
              <a:srgbClr val="002060"/>
            </a:solidFill>
          </a:endParaRPr>
        </a:p>
      </dgm:t>
    </dgm:pt>
    <dgm:pt modelId="{F537ED6F-5A24-4F75-A2BC-9166FE59FC4F}" type="parTrans" cxnId="{C5F1FD87-CE35-4361-A64E-379244F8B7D0}">
      <dgm:prSet/>
      <dgm:spPr/>
      <dgm:t>
        <a:bodyPr/>
        <a:lstStyle/>
        <a:p>
          <a:endParaRPr lang="en-IN"/>
        </a:p>
      </dgm:t>
    </dgm:pt>
    <dgm:pt modelId="{C8B4F3E0-A741-4940-B4D3-8727F5308E3F}" type="sibTrans" cxnId="{C5F1FD87-CE35-4361-A64E-379244F8B7D0}">
      <dgm:prSet/>
      <dgm:spPr/>
      <dgm:t>
        <a:bodyPr/>
        <a:lstStyle/>
        <a:p>
          <a:endParaRPr lang="en-IN"/>
        </a:p>
      </dgm:t>
    </dgm:pt>
    <dgm:pt modelId="{1E8E935D-611D-42DB-A186-084A08C6FF72}" type="pres">
      <dgm:prSet presAssocID="{23AD5212-6C0C-40C3-AEED-BFAD5CF5D921}" presName="diagram" presStyleCnt="0">
        <dgm:presLayoutVars>
          <dgm:dir/>
          <dgm:resizeHandles val="exact"/>
        </dgm:presLayoutVars>
      </dgm:prSet>
      <dgm:spPr/>
    </dgm:pt>
    <dgm:pt modelId="{0D428F7A-85F0-4CDC-8F23-279DEE388165}" type="pres">
      <dgm:prSet presAssocID="{67832D6C-44DC-4A6C-90E7-8585AF6168D5}" presName="node" presStyleLbl="node1" presStyleIdx="0" presStyleCnt="5">
        <dgm:presLayoutVars>
          <dgm:bulletEnabled val="1"/>
        </dgm:presLayoutVars>
      </dgm:prSet>
      <dgm:spPr/>
    </dgm:pt>
    <dgm:pt modelId="{AFBD4B28-3005-4891-8D1A-73C37E0405E3}" type="pres">
      <dgm:prSet presAssocID="{FB72C8A4-B5EC-4123-91A2-4AE6C4FEC479}" presName="sibTrans" presStyleCnt="0"/>
      <dgm:spPr/>
    </dgm:pt>
    <dgm:pt modelId="{46BEF68C-8D6F-4FCE-8AA0-94B75B273E5C}" type="pres">
      <dgm:prSet presAssocID="{3D609467-8385-4ED4-A4BC-52C57A93302A}" presName="node" presStyleLbl="node1" presStyleIdx="1" presStyleCnt="5">
        <dgm:presLayoutVars>
          <dgm:bulletEnabled val="1"/>
        </dgm:presLayoutVars>
      </dgm:prSet>
      <dgm:spPr/>
    </dgm:pt>
    <dgm:pt modelId="{619EBFD9-9D11-44E0-A6DE-64C11D07F384}" type="pres">
      <dgm:prSet presAssocID="{C7A48790-7A0E-4541-B7EA-1B4225EFE501}" presName="sibTrans" presStyleCnt="0"/>
      <dgm:spPr/>
    </dgm:pt>
    <dgm:pt modelId="{BD25A8D3-F991-4857-A243-D19818FEBA64}" type="pres">
      <dgm:prSet presAssocID="{88B914D7-53B5-46A4-B299-A7614787FB96}" presName="node" presStyleLbl="node1" presStyleIdx="2" presStyleCnt="5">
        <dgm:presLayoutVars>
          <dgm:bulletEnabled val="1"/>
        </dgm:presLayoutVars>
      </dgm:prSet>
      <dgm:spPr/>
    </dgm:pt>
    <dgm:pt modelId="{1AD7D7E3-B67E-4C50-A6FD-AA588B252879}" type="pres">
      <dgm:prSet presAssocID="{4403F489-D9EE-4E39-B40C-A10A5E0A9904}" presName="sibTrans" presStyleCnt="0"/>
      <dgm:spPr/>
    </dgm:pt>
    <dgm:pt modelId="{65478F72-251F-4F18-BD04-4606F1E1B77A}" type="pres">
      <dgm:prSet presAssocID="{742F8309-8930-4A8B-8507-16AA218E6EFE}" presName="node" presStyleLbl="node1" presStyleIdx="3" presStyleCnt="5">
        <dgm:presLayoutVars>
          <dgm:bulletEnabled val="1"/>
        </dgm:presLayoutVars>
      </dgm:prSet>
      <dgm:spPr/>
    </dgm:pt>
    <dgm:pt modelId="{71E5D63F-AA67-4FF7-B913-E40E5A9A5BDD}" type="pres">
      <dgm:prSet presAssocID="{668C4C2E-80F3-4C89-B9DC-E3F0BEA707EF}" presName="sibTrans" presStyleCnt="0"/>
      <dgm:spPr/>
    </dgm:pt>
    <dgm:pt modelId="{6CF0DE11-1FEE-4B46-9CB6-36B347D68750}" type="pres">
      <dgm:prSet presAssocID="{997A806C-4E25-4A89-AAA9-57ECB91D117F}" presName="node" presStyleLbl="node1" presStyleIdx="4" presStyleCnt="5">
        <dgm:presLayoutVars>
          <dgm:bulletEnabled val="1"/>
        </dgm:presLayoutVars>
      </dgm:prSet>
      <dgm:spPr/>
    </dgm:pt>
  </dgm:ptLst>
  <dgm:cxnLst>
    <dgm:cxn modelId="{A6B9600B-B6B1-426E-AACF-57BF4F9E0BDA}" srcId="{23AD5212-6C0C-40C3-AEED-BFAD5CF5D921}" destId="{88B914D7-53B5-46A4-B299-A7614787FB96}" srcOrd="2" destOrd="0" parTransId="{6C652C34-F3C0-4691-84D8-85A610A8108D}" sibTransId="{4403F489-D9EE-4E39-B40C-A10A5E0A9904}"/>
    <dgm:cxn modelId="{D8D5291F-9809-408B-8938-B0026A22226B}" type="presOf" srcId="{742F8309-8930-4A8B-8507-16AA218E6EFE}" destId="{65478F72-251F-4F18-BD04-4606F1E1B77A}" srcOrd="0" destOrd="0" presId="urn:microsoft.com/office/officeart/2005/8/layout/default"/>
    <dgm:cxn modelId="{7BACDD26-967F-4F9E-A441-5AEF2426C33A}" srcId="{23AD5212-6C0C-40C3-AEED-BFAD5CF5D921}" destId="{742F8309-8930-4A8B-8507-16AA218E6EFE}" srcOrd="3" destOrd="0" parTransId="{3EE74644-3455-482B-87A4-F511217313AF}" sibTransId="{668C4C2E-80F3-4C89-B9DC-E3F0BEA707EF}"/>
    <dgm:cxn modelId="{91E59D2A-90FF-46E7-959F-144091332B85}" srcId="{23AD5212-6C0C-40C3-AEED-BFAD5CF5D921}" destId="{3D609467-8385-4ED4-A4BC-52C57A93302A}" srcOrd="1" destOrd="0" parTransId="{2A678AFB-189B-4A5C-BCCB-864EFAD1FCCC}" sibTransId="{C7A48790-7A0E-4541-B7EA-1B4225EFE501}"/>
    <dgm:cxn modelId="{F4B2A07D-AFC2-4667-B90E-F3D3A26DD646}" type="presOf" srcId="{88B914D7-53B5-46A4-B299-A7614787FB96}" destId="{BD25A8D3-F991-4857-A243-D19818FEBA64}" srcOrd="0" destOrd="0" presId="urn:microsoft.com/office/officeart/2005/8/layout/default"/>
    <dgm:cxn modelId="{C5F1FD87-CE35-4361-A64E-379244F8B7D0}" srcId="{23AD5212-6C0C-40C3-AEED-BFAD5CF5D921}" destId="{997A806C-4E25-4A89-AAA9-57ECB91D117F}" srcOrd="4" destOrd="0" parTransId="{F537ED6F-5A24-4F75-A2BC-9166FE59FC4F}" sibTransId="{C8B4F3E0-A741-4940-B4D3-8727F5308E3F}"/>
    <dgm:cxn modelId="{7C016890-AE2D-490B-8AB4-8E6E0E0EB592}" type="presOf" srcId="{23AD5212-6C0C-40C3-AEED-BFAD5CF5D921}" destId="{1E8E935D-611D-42DB-A186-084A08C6FF72}" srcOrd="0" destOrd="0" presId="urn:microsoft.com/office/officeart/2005/8/layout/default"/>
    <dgm:cxn modelId="{2B905AB6-080F-4C1F-A3FC-C0833394FCD9}" type="presOf" srcId="{67832D6C-44DC-4A6C-90E7-8585AF6168D5}" destId="{0D428F7A-85F0-4CDC-8F23-279DEE388165}" srcOrd="0" destOrd="0" presId="urn:microsoft.com/office/officeart/2005/8/layout/default"/>
    <dgm:cxn modelId="{307AADC1-1D68-4620-B78F-A849DBC93398}" type="presOf" srcId="{997A806C-4E25-4A89-AAA9-57ECB91D117F}" destId="{6CF0DE11-1FEE-4B46-9CB6-36B347D68750}" srcOrd="0" destOrd="0" presId="urn:microsoft.com/office/officeart/2005/8/layout/default"/>
    <dgm:cxn modelId="{7F885FFB-EF5A-41B4-A841-7117D9F2765A}" type="presOf" srcId="{3D609467-8385-4ED4-A4BC-52C57A93302A}" destId="{46BEF68C-8D6F-4FCE-8AA0-94B75B273E5C}" srcOrd="0" destOrd="0" presId="urn:microsoft.com/office/officeart/2005/8/layout/default"/>
    <dgm:cxn modelId="{674AD9FE-BA3D-413B-99F6-70A5CA9C6418}" srcId="{23AD5212-6C0C-40C3-AEED-BFAD5CF5D921}" destId="{67832D6C-44DC-4A6C-90E7-8585AF6168D5}" srcOrd="0" destOrd="0" parTransId="{BCA4FE74-AB04-451E-98C5-CE15A2045C2C}" sibTransId="{FB72C8A4-B5EC-4123-91A2-4AE6C4FEC479}"/>
    <dgm:cxn modelId="{F7CB973D-ED72-4A4D-8D3C-C3AFA4C9EB71}" type="presParOf" srcId="{1E8E935D-611D-42DB-A186-084A08C6FF72}" destId="{0D428F7A-85F0-4CDC-8F23-279DEE388165}" srcOrd="0" destOrd="0" presId="urn:microsoft.com/office/officeart/2005/8/layout/default"/>
    <dgm:cxn modelId="{561944EC-352B-4E0D-BBEF-EB612B7035D2}" type="presParOf" srcId="{1E8E935D-611D-42DB-A186-084A08C6FF72}" destId="{AFBD4B28-3005-4891-8D1A-73C37E0405E3}" srcOrd="1" destOrd="0" presId="urn:microsoft.com/office/officeart/2005/8/layout/default"/>
    <dgm:cxn modelId="{77AFAD23-C610-48BC-B0B0-ADE1E18C7BE9}" type="presParOf" srcId="{1E8E935D-611D-42DB-A186-084A08C6FF72}" destId="{46BEF68C-8D6F-4FCE-8AA0-94B75B273E5C}" srcOrd="2" destOrd="0" presId="urn:microsoft.com/office/officeart/2005/8/layout/default"/>
    <dgm:cxn modelId="{8D7E2D41-C2F8-4C58-8527-AA135BA57245}" type="presParOf" srcId="{1E8E935D-611D-42DB-A186-084A08C6FF72}" destId="{619EBFD9-9D11-44E0-A6DE-64C11D07F384}" srcOrd="3" destOrd="0" presId="urn:microsoft.com/office/officeart/2005/8/layout/default"/>
    <dgm:cxn modelId="{9432D948-3095-4087-B399-6849782E1FC3}" type="presParOf" srcId="{1E8E935D-611D-42DB-A186-084A08C6FF72}" destId="{BD25A8D3-F991-4857-A243-D19818FEBA64}" srcOrd="4" destOrd="0" presId="urn:microsoft.com/office/officeart/2005/8/layout/default"/>
    <dgm:cxn modelId="{49FCDD0F-35F6-42C6-B699-7C9BE691B345}" type="presParOf" srcId="{1E8E935D-611D-42DB-A186-084A08C6FF72}" destId="{1AD7D7E3-B67E-4C50-A6FD-AA588B252879}" srcOrd="5" destOrd="0" presId="urn:microsoft.com/office/officeart/2005/8/layout/default"/>
    <dgm:cxn modelId="{BFA25B30-D3AA-45F2-A3CD-FD835ADF1717}" type="presParOf" srcId="{1E8E935D-611D-42DB-A186-084A08C6FF72}" destId="{65478F72-251F-4F18-BD04-4606F1E1B77A}" srcOrd="6" destOrd="0" presId="urn:microsoft.com/office/officeart/2005/8/layout/default"/>
    <dgm:cxn modelId="{CDBCCC29-64BF-4BD4-97FE-8FDFEC9A2383}" type="presParOf" srcId="{1E8E935D-611D-42DB-A186-084A08C6FF72}" destId="{71E5D63F-AA67-4FF7-B913-E40E5A9A5BDD}" srcOrd="7" destOrd="0" presId="urn:microsoft.com/office/officeart/2005/8/layout/default"/>
    <dgm:cxn modelId="{91FE5262-32F5-4D92-8CF5-E67CEC748F5B}" type="presParOf" srcId="{1E8E935D-611D-42DB-A186-084A08C6FF72}" destId="{6CF0DE11-1FEE-4B46-9CB6-36B347D68750}" srcOrd="8" destOrd="0" presId="urn:microsoft.com/office/officeart/2005/8/layout/default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42356-FD25-498A-A52B-2C057ABB5D4F}">
      <dsp:nvSpPr>
        <dsp:cNvPr id="0" name=""/>
        <dsp:cNvSpPr/>
      </dsp:nvSpPr>
      <dsp:spPr>
        <a:xfrm rot="16200000">
          <a:off x="-819168" y="821593"/>
          <a:ext cx="4022725" cy="237953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188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The patient is a partner in their own care (where possible)</a:t>
          </a:r>
          <a:endParaRPr lang="en-IN" sz="1800" kern="1200" dirty="0">
            <a:solidFill>
              <a:srgbClr val="002060"/>
            </a:solidFill>
          </a:endParaRPr>
        </a:p>
      </dsp:txBody>
      <dsp:txXfrm rot="5400000">
        <a:off x="2425" y="804545"/>
        <a:ext cx="2379538" cy="2413635"/>
      </dsp:txXfrm>
    </dsp:sp>
    <dsp:sp modelId="{6E91FC8E-BB56-4601-AD84-429D788F92A1}">
      <dsp:nvSpPr>
        <dsp:cNvPr id="0" name=""/>
        <dsp:cNvSpPr/>
      </dsp:nvSpPr>
      <dsp:spPr>
        <a:xfrm rot="16200000">
          <a:off x="1738835" y="821593"/>
          <a:ext cx="4022725" cy="237953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188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The patient is in the best possible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002060"/>
              </a:solidFill>
            </a:rPr>
            <a:t>condition perioperatively.</a:t>
          </a:r>
        </a:p>
      </dsp:txBody>
      <dsp:txXfrm rot="5400000">
        <a:off x="2560428" y="804545"/>
        <a:ext cx="2379538" cy="2413635"/>
      </dsp:txXfrm>
    </dsp:sp>
    <dsp:sp modelId="{5F651170-DAA9-4B6E-9A8D-17157512D2E9}">
      <dsp:nvSpPr>
        <dsp:cNvPr id="0" name=""/>
        <dsp:cNvSpPr/>
      </dsp:nvSpPr>
      <dsp:spPr>
        <a:xfrm rot="16200000">
          <a:off x="4296839" y="821593"/>
          <a:ext cx="4022725" cy="237953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188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The patient has the best possible </a:t>
          </a:r>
          <a:r>
            <a:rPr lang="en-US" sz="1800" b="1" u="sng" kern="1200" dirty="0">
              <a:solidFill>
                <a:srgbClr val="002060"/>
              </a:solidFill>
            </a:rPr>
            <a:t>evidence-based management </a:t>
          </a:r>
          <a:r>
            <a:rPr lang="en-US" sz="1800" kern="1200" dirty="0">
              <a:solidFill>
                <a:srgbClr val="002060"/>
              </a:solidFill>
            </a:rPr>
            <a:t>during peri-operative care that </a:t>
          </a:r>
          <a:r>
            <a:rPr lang="en-US" sz="1800" b="1" u="sng" kern="1200" dirty="0">
              <a:solidFill>
                <a:srgbClr val="002060"/>
              </a:solidFill>
            </a:rPr>
            <a:t>minimizes surgical &amp; anaesthetic harm.</a:t>
          </a:r>
          <a:endParaRPr lang="en-IN" sz="1800" b="1" u="sng" kern="1200" dirty="0">
            <a:solidFill>
              <a:srgbClr val="002060"/>
            </a:solidFill>
          </a:endParaRPr>
        </a:p>
      </dsp:txBody>
      <dsp:txXfrm rot="5400000">
        <a:off x="5118432" y="804545"/>
        <a:ext cx="2379538" cy="2413635"/>
      </dsp:txXfrm>
    </dsp:sp>
    <dsp:sp modelId="{FAEF41CB-2AFD-4541-AEA7-EF7CE0460D32}">
      <dsp:nvSpPr>
        <dsp:cNvPr id="0" name=""/>
        <dsp:cNvSpPr/>
      </dsp:nvSpPr>
      <dsp:spPr>
        <a:xfrm rot="16200000">
          <a:off x="6854843" y="821593"/>
          <a:ext cx="4022725" cy="237953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188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The patient experiences the best</a:t>
          </a:r>
          <a:endParaRPr lang="en-IN" sz="1800" kern="1200" dirty="0">
            <a:solidFill>
              <a:srgbClr val="002060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002060"/>
              </a:solidFill>
            </a:rPr>
            <a:t>possible care and rehabilitation enabling them </a:t>
          </a:r>
          <a:r>
            <a:rPr lang="en-IN" sz="1800" u="sng" kern="1200" dirty="0">
              <a:solidFill>
                <a:srgbClr val="002060"/>
              </a:solidFill>
            </a:rPr>
            <a:t>to </a:t>
          </a:r>
          <a:r>
            <a:rPr lang="en-IN" sz="1800" b="1" u="sng" kern="1200" dirty="0">
              <a:solidFill>
                <a:srgbClr val="002060"/>
              </a:solidFill>
            </a:rPr>
            <a:t>return to their normal level of activity as soon as possible</a:t>
          </a:r>
          <a:r>
            <a:rPr lang="en-IN" sz="1800" b="1" kern="1200" dirty="0"/>
            <a:t>.</a:t>
          </a:r>
        </a:p>
      </dsp:txBody>
      <dsp:txXfrm rot="5400000">
        <a:off x="7676436" y="804545"/>
        <a:ext cx="2379538" cy="2413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FD842-6E1C-4FB2-823A-87352F1A7F66}">
      <dsp:nvSpPr>
        <dsp:cNvPr id="0" name=""/>
        <dsp:cNvSpPr/>
      </dsp:nvSpPr>
      <dsp:spPr>
        <a:xfrm>
          <a:off x="3143" y="81509"/>
          <a:ext cx="3064668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</a:rPr>
            <a:t>Patients</a:t>
          </a:r>
          <a:endParaRPr lang="en-IN" sz="2000" b="1" kern="1200" dirty="0">
            <a:solidFill>
              <a:srgbClr val="002060"/>
            </a:solidFill>
          </a:endParaRPr>
        </a:p>
      </dsp:txBody>
      <dsp:txXfrm>
        <a:off x="3143" y="81509"/>
        <a:ext cx="3064668" cy="576000"/>
      </dsp:txXfrm>
    </dsp:sp>
    <dsp:sp modelId="{ABCD4300-1EF6-4951-B765-3FED8D06CE32}">
      <dsp:nvSpPr>
        <dsp:cNvPr id="0" name=""/>
        <dsp:cNvSpPr/>
      </dsp:nvSpPr>
      <dsp:spPr>
        <a:xfrm>
          <a:off x="3143" y="657509"/>
          <a:ext cx="3064668" cy="32837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Better experience for patients as they are empowered to be partners in their own care.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Early return to normal activity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Reduced exposure to hospital associated morbidity.</a:t>
          </a:r>
          <a:endParaRPr lang="en-IN" sz="2000" kern="1200" dirty="0"/>
        </a:p>
      </dsp:txBody>
      <dsp:txXfrm>
        <a:off x="3143" y="657509"/>
        <a:ext cx="3064668" cy="3283706"/>
      </dsp:txXfrm>
    </dsp:sp>
    <dsp:sp modelId="{F4B5A88E-C564-4E17-93BD-A8931EDA5599}">
      <dsp:nvSpPr>
        <dsp:cNvPr id="0" name=""/>
        <dsp:cNvSpPr/>
      </dsp:nvSpPr>
      <dsp:spPr>
        <a:xfrm>
          <a:off x="3496865" y="81509"/>
          <a:ext cx="3064668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</a:rPr>
            <a:t>Doctors &amp; Staffs</a:t>
          </a:r>
          <a:endParaRPr lang="en-IN" sz="2000" b="1" kern="1200" dirty="0">
            <a:solidFill>
              <a:srgbClr val="002060"/>
            </a:solidFill>
          </a:endParaRPr>
        </a:p>
      </dsp:txBody>
      <dsp:txXfrm>
        <a:off x="3496865" y="81509"/>
        <a:ext cx="3064668" cy="576000"/>
      </dsp:txXfrm>
    </dsp:sp>
    <dsp:sp modelId="{A6C39431-3449-43D5-8098-0D0AB6DD0E6A}">
      <dsp:nvSpPr>
        <dsp:cNvPr id="0" name=""/>
        <dsp:cNvSpPr/>
      </dsp:nvSpPr>
      <dsp:spPr>
        <a:xfrm>
          <a:off x="3496865" y="657509"/>
          <a:ext cx="3064668" cy="32837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Improved inter-disciplinary working leading to stronger &amp; safer working relationships.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Improved clinical outcomes.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Emphasis on education &amp; training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</dsp:txBody>
      <dsp:txXfrm>
        <a:off x="3496865" y="657509"/>
        <a:ext cx="3064668" cy="3283706"/>
      </dsp:txXfrm>
    </dsp:sp>
    <dsp:sp modelId="{CA298B77-A30E-4A97-ACFB-C8A74C208850}">
      <dsp:nvSpPr>
        <dsp:cNvPr id="0" name=""/>
        <dsp:cNvSpPr/>
      </dsp:nvSpPr>
      <dsp:spPr>
        <a:xfrm>
          <a:off x="6990588" y="81509"/>
          <a:ext cx="3064668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</a:rPr>
            <a:t>Value added benefits</a:t>
          </a:r>
          <a:endParaRPr lang="en-IN" sz="2000" b="1" kern="1200" dirty="0">
            <a:solidFill>
              <a:srgbClr val="002060"/>
            </a:solidFill>
          </a:endParaRPr>
        </a:p>
      </dsp:txBody>
      <dsp:txXfrm>
        <a:off x="6990588" y="81509"/>
        <a:ext cx="3064668" cy="576000"/>
      </dsp:txXfrm>
    </dsp:sp>
    <dsp:sp modelId="{4F25CC85-9C25-4CB9-BB92-CEF1DEDA8CC8}">
      <dsp:nvSpPr>
        <dsp:cNvPr id="0" name=""/>
        <dsp:cNvSpPr/>
      </dsp:nvSpPr>
      <dsp:spPr>
        <a:xfrm>
          <a:off x="6990588" y="657509"/>
          <a:ext cx="3064668" cy="32837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Effective utilization of resources.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Quality of service &amp; productivity is improved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Increased hospital capacity due to reduction in length of stay</a:t>
          </a:r>
          <a:endParaRPr lang="en-IN" sz="2000" kern="1200" dirty="0"/>
        </a:p>
      </dsp:txBody>
      <dsp:txXfrm>
        <a:off x="6990588" y="657509"/>
        <a:ext cx="3064668" cy="3283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2C58C-357E-4873-A0F3-1944A9F4DB3E}">
      <dsp:nvSpPr>
        <dsp:cNvPr id="0" name=""/>
        <dsp:cNvSpPr/>
      </dsp:nvSpPr>
      <dsp:spPr>
        <a:xfrm rot="5400000">
          <a:off x="320072" y="245925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FB0B9-56C7-49B0-A600-B412BA911F86}">
      <dsp:nvSpPr>
        <dsp:cNvPr id="0" name=""/>
        <dsp:cNvSpPr/>
      </dsp:nvSpPr>
      <dsp:spPr>
        <a:xfrm>
          <a:off x="161423" y="293177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Preparing for surgery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>
        <a:off x="161423" y="2931771"/>
        <a:ext cx="1427763" cy="1251518"/>
      </dsp:txXfrm>
    </dsp:sp>
    <dsp:sp modelId="{183BB345-05BF-4A11-A14F-476EDF063053}">
      <dsp:nvSpPr>
        <dsp:cNvPr id="0" name=""/>
        <dsp:cNvSpPr/>
      </dsp:nvSpPr>
      <dsp:spPr>
        <a:xfrm>
          <a:off x="1319797" y="2342822"/>
          <a:ext cx="269389" cy="26938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A365-362D-420E-A6DD-A11277A668A3}">
      <dsp:nvSpPr>
        <dsp:cNvPr id="0" name=""/>
        <dsp:cNvSpPr/>
      </dsp:nvSpPr>
      <dsp:spPr>
        <a:xfrm rot="5400000">
          <a:off x="2067933" y="202674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CF8BC-AE14-4764-8CF9-EE2CB6075ECC}">
      <dsp:nvSpPr>
        <dsp:cNvPr id="0" name=""/>
        <dsp:cNvSpPr/>
      </dsp:nvSpPr>
      <dsp:spPr>
        <a:xfrm>
          <a:off x="1909285" y="249926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Pre-operative </a:t>
          </a:r>
          <a:endParaRPr lang="en-IN" sz="2200" kern="1200" dirty="0"/>
        </a:p>
      </dsp:txBody>
      <dsp:txXfrm>
        <a:off x="1909285" y="2499261"/>
        <a:ext cx="1427763" cy="1251518"/>
      </dsp:txXfrm>
    </dsp:sp>
    <dsp:sp modelId="{0ABED805-A86D-4E28-A344-D05B73A3A16A}">
      <dsp:nvSpPr>
        <dsp:cNvPr id="0" name=""/>
        <dsp:cNvSpPr/>
      </dsp:nvSpPr>
      <dsp:spPr>
        <a:xfrm>
          <a:off x="3067659" y="1910312"/>
          <a:ext cx="269389" cy="26938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24D4B-957A-4211-82C3-C9109123C38B}">
      <dsp:nvSpPr>
        <dsp:cNvPr id="0" name=""/>
        <dsp:cNvSpPr/>
      </dsp:nvSpPr>
      <dsp:spPr>
        <a:xfrm rot="5400000">
          <a:off x="3815794" y="159423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26502-4161-48DC-BC0B-7ACC96D8302A}">
      <dsp:nvSpPr>
        <dsp:cNvPr id="0" name=""/>
        <dsp:cNvSpPr/>
      </dsp:nvSpPr>
      <dsp:spPr>
        <a:xfrm>
          <a:off x="3657146" y="206675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Intra-operative</a:t>
          </a:r>
          <a:endParaRPr lang="en-IN" sz="2200" kern="1200" dirty="0"/>
        </a:p>
      </dsp:txBody>
      <dsp:txXfrm>
        <a:off x="3657146" y="2066751"/>
        <a:ext cx="1427763" cy="1251518"/>
      </dsp:txXfrm>
    </dsp:sp>
    <dsp:sp modelId="{47D86AEC-01B4-4CD8-94F2-4E447AD64781}">
      <dsp:nvSpPr>
        <dsp:cNvPr id="0" name=""/>
        <dsp:cNvSpPr/>
      </dsp:nvSpPr>
      <dsp:spPr>
        <a:xfrm>
          <a:off x="4815520" y="1477802"/>
          <a:ext cx="269389" cy="26938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024D7-443B-4D4F-8891-ED9EE94230BB}">
      <dsp:nvSpPr>
        <dsp:cNvPr id="0" name=""/>
        <dsp:cNvSpPr/>
      </dsp:nvSpPr>
      <dsp:spPr>
        <a:xfrm rot="5400000">
          <a:off x="5563656" y="116172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FAE3C-1491-4071-B501-2B050819A394}">
      <dsp:nvSpPr>
        <dsp:cNvPr id="0" name=""/>
        <dsp:cNvSpPr/>
      </dsp:nvSpPr>
      <dsp:spPr>
        <a:xfrm>
          <a:off x="5405007" y="163424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Immediate post-operative</a:t>
          </a:r>
          <a:endParaRPr lang="en-IN" sz="2200" kern="1200" dirty="0"/>
        </a:p>
      </dsp:txBody>
      <dsp:txXfrm>
        <a:off x="5405007" y="1634241"/>
        <a:ext cx="1427763" cy="1251518"/>
      </dsp:txXfrm>
    </dsp:sp>
    <dsp:sp modelId="{843CD071-9368-4A24-BC61-0BB2F6206C6C}">
      <dsp:nvSpPr>
        <dsp:cNvPr id="0" name=""/>
        <dsp:cNvSpPr/>
      </dsp:nvSpPr>
      <dsp:spPr>
        <a:xfrm>
          <a:off x="6563381" y="1045291"/>
          <a:ext cx="269389" cy="26938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C49D7-2501-420E-8B23-C9963F965D24}">
      <dsp:nvSpPr>
        <dsp:cNvPr id="0" name=""/>
        <dsp:cNvSpPr/>
      </dsp:nvSpPr>
      <dsp:spPr>
        <a:xfrm rot="5400000">
          <a:off x="7311517" y="72921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DE1A0-4EA3-4499-8A1E-0DF370AFE619}">
      <dsp:nvSpPr>
        <dsp:cNvPr id="0" name=""/>
        <dsp:cNvSpPr/>
      </dsp:nvSpPr>
      <dsp:spPr>
        <a:xfrm>
          <a:off x="7152869" y="120173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Late post-operative</a:t>
          </a:r>
          <a:endParaRPr lang="en-IN" sz="2200" kern="1200" dirty="0"/>
        </a:p>
      </dsp:txBody>
      <dsp:txXfrm>
        <a:off x="7152869" y="1201731"/>
        <a:ext cx="1427763" cy="1251518"/>
      </dsp:txXfrm>
    </dsp:sp>
    <dsp:sp modelId="{68289F02-02E8-4A62-971B-04BFC4397250}">
      <dsp:nvSpPr>
        <dsp:cNvPr id="0" name=""/>
        <dsp:cNvSpPr/>
      </dsp:nvSpPr>
      <dsp:spPr>
        <a:xfrm>
          <a:off x="8311243" y="612781"/>
          <a:ext cx="269389" cy="26938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F1B66-88D5-4937-891A-4393BB52D30B}">
      <dsp:nvSpPr>
        <dsp:cNvPr id="0" name=""/>
        <dsp:cNvSpPr/>
      </dsp:nvSpPr>
      <dsp:spPr>
        <a:xfrm rot="5400000">
          <a:off x="9059378" y="296701"/>
          <a:ext cx="950417" cy="15814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C9D48-50D6-4D3F-948F-DF98D2044454}">
      <dsp:nvSpPr>
        <dsp:cNvPr id="0" name=""/>
        <dsp:cNvSpPr/>
      </dsp:nvSpPr>
      <dsp:spPr>
        <a:xfrm>
          <a:off x="8900730" y="769221"/>
          <a:ext cx="1427763" cy="125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Recovery at home</a:t>
          </a:r>
          <a:endParaRPr lang="en-IN" sz="2200" kern="1200" dirty="0"/>
        </a:p>
      </dsp:txBody>
      <dsp:txXfrm>
        <a:off x="8900730" y="769221"/>
        <a:ext cx="1427763" cy="12515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3FA50-7FC9-4BC9-BDD8-1EBE9244A887}">
      <dsp:nvSpPr>
        <dsp:cNvPr id="0" name=""/>
        <dsp:cNvSpPr/>
      </dsp:nvSpPr>
      <dsp:spPr>
        <a:xfrm rot="10800000">
          <a:off x="1866023" y="36220"/>
          <a:ext cx="4938928" cy="24880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3" tIns="106680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Cessation of smoking at least 1 month </a:t>
          </a:r>
          <a:endParaRPr lang="en-IN" sz="28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Reduce the incidence of postoperative pulmonary complication</a:t>
          </a:r>
          <a:endParaRPr lang="en-IN" sz="2200" kern="1200"/>
        </a:p>
      </dsp:txBody>
      <dsp:txXfrm rot="10800000">
        <a:off x="2488031" y="36220"/>
        <a:ext cx="4316920" cy="2488031"/>
      </dsp:txXfrm>
    </dsp:sp>
    <dsp:sp modelId="{5668B97A-3E68-434C-A92B-A0EA1D3C08FF}">
      <dsp:nvSpPr>
        <dsp:cNvPr id="0" name=""/>
        <dsp:cNvSpPr/>
      </dsp:nvSpPr>
      <dsp:spPr>
        <a:xfrm>
          <a:off x="622007" y="36220"/>
          <a:ext cx="2488031" cy="248803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D51EEB-752B-446F-BA2B-F3B871174238}">
      <dsp:nvSpPr>
        <dsp:cNvPr id="0" name=""/>
        <dsp:cNvSpPr/>
      </dsp:nvSpPr>
      <dsp:spPr>
        <a:xfrm rot="10800000">
          <a:off x="1866023" y="3266948"/>
          <a:ext cx="4938928" cy="24880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3" tIns="106680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Cessation of alcohol intake at least 1 month </a:t>
          </a:r>
          <a:endParaRPr lang="en-IN" sz="28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Reduce postoperative complications (Bleeding, wound infection)</a:t>
          </a:r>
          <a:endParaRPr lang="en-IN" sz="2200" kern="1200" dirty="0"/>
        </a:p>
      </dsp:txBody>
      <dsp:txXfrm rot="10800000">
        <a:off x="2488031" y="3266948"/>
        <a:ext cx="4316920" cy="2488031"/>
      </dsp:txXfrm>
    </dsp:sp>
    <dsp:sp modelId="{99651445-910A-490A-B8EE-58CDB6C66DCC}">
      <dsp:nvSpPr>
        <dsp:cNvPr id="0" name=""/>
        <dsp:cNvSpPr/>
      </dsp:nvSpPr>
      <dsp:spPr>
        <a:xfrm>
          <a:off x="622007" y="3266948"/>
          <a:ext cx="2488031" cy="2488031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28F7A-85F0-4CDC-8F23-279DEE388165}">
      <dsp:nvSpPr>
        <dsp:cNvPr id="0" name=""/>
        <dsp:cNvSpPr/>
      </dsp:nvSpPr>
      <dsp:spPr>
        <a:xfrm>
          <a:off x="822867" y="637"/>
          <a:ext cx="2199002" cy="1319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2060"/>
              </a:solidFill>
            </a:rPr>
            <a:t>Fluid management plan</a:t>
          </a:r>
          <a:endParaRPr lang="en-IN" sz="2500" kern="1200">
            <a:solidFill>
              <a:srgbClr val="002060"/>
            </a:solidFill>
          </a:endParaRPr>
        </a:p>
      </dsp:txBody>
      <dsp:txXfrm>
        <a:off x="822867" y="637"/>
        <a:ext cx="2199002" cy="1319401"/>
      </dsp:txXfrm>
    </dsp:sp>
    <dsp:sp modelId="{46BEF68C-8D6F-4FCE-8AA0-94B75B273E5C}">
      <dsp:nvSpPr>
        <dsp:cNvPr id="0" name=""/>
        <dsp:cNvSpPr/>
      </dsp:nvSpPr>
      <dsp:spPr>
        <a:xfrm>
          <a:off x="3241770" y="637"/>
          <a:ext cx="2199002" cy="1319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2060"/>
              </a:solidFill>
            </a:rPr>
            <a:t>Pain management plan</a:t>
          </a:r>
          <a:endParaRPr lang="en-IN" sz="2500" kern="1200">
            <a:solidFill>
              <a:srgbClr val="002060"/>
            </a:solidFill>
          </a:endParaRPr>
        </a:p>
      </dsp:txBody>
      <dsp:txXfrm>
        <a:off x="3241770" y="637"/>
        <a:ext cx="2199002" cy="1319401"/>
      </dsp:txXfrm>
    </dsp:sp>
    <dsp:sp modelId="{BD25A8D3-F991-4857-A243-D19818FEBA64}">
      <dsp:nvSpPr>
        <dsp:cNvPr id="0" name=""/>
        <dsp:cNvSpPr/>
      </dsp:nvSpPr>
      <dsp:spPr>
        <a:xfrm>
          <a:off x="822867" y="1539939"/>
          <a:ext cx="2199002" cy="1319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2060"/>
              </a:solidFill>
            </a:rPr>
            <a:t>Minimizing risk of PONV and hypothermia</a:t>
          </a:r>
          <a:endParaRPr lang="en-IN" sz="2500" kern="1200">
            <a:solidFill>
              <a:srgbClr val="002060"/>
            </a:solidFill>
          </a:endParaRPr>
        </a:p>
      </dsp:txBody>
      <dsp:txXfrm>
        <a:off x="822867" y="1539939"/>
        <a:ext cx="2199002" cy="1319401"/>
      </dsp:txXfrm>
    </dsp:sp>
    <dsp:sp modelId="{65478F72-251F-4F18-BD04-4606F1E1B77A}">
      <dsp:nvSpPr>
        <dsp:cNvPr id="0" name=""/>
        <dsp:cNvSpPr/>
      </dsp:nvSpPr>
      <dsp:spPr>
        <a:xfrm>
          <a:off x="3241770" y="1539939"/>
          <a:ext cx="2199002" cy="1319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2060"/>
              </a:solidFill>
            </a:rPr>
            <a:t>Minimize complications</a:t>
          </a:r>
          <a:endParaRPr lang="en-IN" sz="2500" kern="1200">
            <a:solidFill>
              <a:srgbClr val="002060"/>
            </a:solidFill>
          </a:endParaRPr>
        </a:p>
      </dsp:txBody>
      <dsp:txXfrm>
        <a:off x="3241770" y="1539939"/>
        <a:ext cx="2199002" cy="1319401"/>
      </dsp:txXfrm>
    </dsp:sp>
    <dsp:sp modelId="{6CF0DE11-1FEE-4B46-9CB6-36B347D68750}">
      <dsp:nvSpPr>
        <dsp:cNvPr id="0" name=""/>
        <dsp:cNvSpPr/>
      </dsp:nvSpPr>
      <dsp:spPr>
        <a:xfrm>
          <a:off x="2032318" y="3079241"/>
          <a:ext cx="2199002" cy="1319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2060"/>
              </a:solidFill>
            </a:rPr>
            <a:t>Minimize use of drains</a:t>
          </a:r>
          <a:endParaRPr lang="en-IN" sz="2500" kern="1200" dirty="0">
            <a:solidFill>
              <a:srgbClr val="002060"/>
            </a:solidFill>
          </a:endParaRPr>
        </a:p>
      </dsp:txBody>
      <dsp:txXfrm>
        <a:off x="2032318" y="3079241"/>
        <a:ext cx="2199002" cy="1319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841A-D1B0-4337-B48C-01F6AB748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034E7-950B-4DAC-8065-FA2C26839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B4972-318F-4065-96DA-F3719170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518A-F820-439C-B0C3-4750ADBD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D91D9-6CA9-4240-ACF9-E41A326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1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5224-BC32-41D9-8BA2-C2413044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D426D-52E5-49FE-9FC9-5BF1EC422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D3F19-093C-49A0-8A3F-879279A9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DE06D-08FD-4920-B793-A1FDD0D8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A1BC9-06A3-4E53-8752-C2069DB4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7B37-9301-4050-A4A7-CC80AC64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84706-8046-42C4-9E52-2CA9CF292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F8461-1931-4876-8392-87439E80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5D0E-D4F4-4F71-813D-5E1C56C4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63694-3F79-4E4C-9457-8FCB14FE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CAB5-537B-4EE7-846A-65C13E0C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20B04-4F21-4724-AD9A-2777041C7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F8A8A-7A21-4F96-B7EF-7A8DED3FE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227EF-4325-4AE6-8ABE-471CFA75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BE682-82A0-4634-8391-5C5DC5D9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016E2-EF06-491B-B3BF-18EDA43D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6C9C-7EC9-493E-9F6E-BFFD3539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8FF63-8BBC-44B0-BBDE-D042189A2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46690-4832-4AA6-B852-E11622E1E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C5BF2-32C0-4E15-9548-5531A2544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7C3E3-41BC-4BD6-BB63-FE81F97BC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4D463-EF03-4A36-8FCA-97EA8CC2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58379-0521-4C47-AB9F-E45FA5CF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4CACB-0C88-4E8F-BCB5-C9C53612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2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18E5-5E46-4C99-9B2B-312A71CE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D978F-158F-4FF4-A9B3-ADA2F822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6F7F-132C-4146-AF0D-0E8CF3DC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7807E-6C8A-4345-956F-CABDBD0B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3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EA5DA-98D1-4715-805E-D887EAD3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94E6F-48FB-4489-B394-86DAD36F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9EEC0-28C3-4DE3-AED3-26469A31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6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D3C3-B5AE-4080-B22D-033653434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6862C-1720-485D-A3B6-94257F26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B2B46-BB76-4EA2-9C99-AB2A4962F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18777-0258-4FF6-AA77-65AA3047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4E469-9B98-4724-9895-FA1E1E3F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12B32-E1D5-46AD-BCBF-74673D98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8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DE12-FB5F-4394-87E4-C194AB02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17EB9-4891-4432-8CFF-CECA8C9DE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2426B-70DB-4F59-B689-9BF8AD130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E9C77-9838-4956-9558-D18E919F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9F15D-B837-4C54-A197-6578743F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AB716-FC62-4224-A257-94FC191F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1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7B3E-D116-473F-AD71-3BC28F68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C68C9-558D-4467-B35A-93C09DC80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580D-B4ED-49C0-B9B8-3D537F53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A5C29-16B7-41CA-9FEE-9AD59BF1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A0DE-AC87-4587-B048-C8C5D685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4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AC4F-43CD-490A-9073-6C3B63BD3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D34A7-3B12-49C7-9147-59DC590D2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AFD0-D3E1-45E6-A64F-C7C6ACA7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6E5D-92F4-4380-9C49-769483EE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388C-E511-4730-9A5F-9BA4C4CE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16551-8501-4EFD-B8DF-DBBB9F02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3068F-7116-40F1-8FA5-035925C6E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EE268-8E09-4D12-99F7-989CB937D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5F74C-6EA9-4992-9E6B-80D9DD3AE5B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98ED1-0D16-43A6-94F9-C6275D354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8311-24F8-4392-B365-CFBB89573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C995A-C253-42CD-833C-5D14594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8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erassociety.org/abou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ENHANCED RECOVERY AFTER SURGERY (ERAS)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00" y="4724400"/>
            <a:ext cx="9144000" cy="1459832"/>
          </a:xfrm>
        </p:spPr>
        <p:txBody>
          <a:bodyPr>
            <a:normAutofit/>
          </a:bodyPr>
          <a:lstStyle/>
          <a:p>
            <a:r>
              <a:rPr lang="en-US" dirty="0"/>
              <a:t>PRESENTER: AMINA NURA YAKASAI</a:t>
            </a:r>
          </a:p>
          <a:p>
            <a:r>
              <a:rPr lang="en-US" dirty="0"/>
              <a:t>MODERATOR: DR BELLO</a:t>
            </a:r>
          </a:p>
          <a:p>
            <a:r>
              <a:rPr lang="en-US" dirty="0"/>
              <a:t>DATE: 04/09/2026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6953-6501-4A1B-BA80-AF6CDA1D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C99EF-8597-45D9-AE01-389A8FC53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PRINCIPLES</a:t>
            </a:r>
          </a:p>
          <a:p>
            <a:r>
              <a:rPr lang="en-US" dirty="0"/>
              <a:t>AIMS AND BENEFITS</a:t>
            </a:r>
          </a:p>
          <a:p>
            <a:r>
              <a:rPr lang="en-US" dirty="0"/>
              <a:t>PREOPERATIVE</a:t>
            </a:r>
          </a:p>
          <a:p>
            <a:r>
              <a:rPr lang="en-US" dirty="0"/>
              <a:t>INTRAOPERATIVE</a:t>
            </a:r>
          </a:p>
          <a:p>
            <a:r>
              <a:rPr lang="en-US" dirty="0"/>
              <a:t>POSTOPERATIVE</a:t>
            </a:r>
          </a:p>
          <a:p>
            <a:r>
              <a:rPr lang="en-US" dirty="0"/>
              <a:t>LIMITATION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4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81E0-4457-484F-8896-1C4AAB39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1893-1095-43EA-B1BA-C0A030795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Enhanced recovery after surgery (ERAS) is a systematic multimodal perioperative care aimed at reducing the immense surgical stress of the patient and thereby facilitating early recovery.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Shift from reactive to proactive patient management</a:t>
            </a:r>
          </a:p>
        </p:txBody>
      </p:sp>
    </p:spTree>
    <p:extLst>
      <p:ext uri="{BB962C8B-B14F-4D97-AF65-F5344CB8AC3E}">
        <p14:creationId xmlns:p14="http://schemas.microsoft.com/office/powerpoint/2010/main" val="267183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F60C-C139-070A-401A-0D724619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743BD-128B-C761-86D1-37E8FC8C39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Pioneered by Prof. 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Kehlet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Wilmore.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ERAS study group            ERAS society (2010).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First consensus guidelines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Colorectal surgeries- 2005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Radical cystectomy- 2013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Gynecological</a:t>
            </a:r>
            <a:r>
              <a:rPr lang="en-I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 &amp; bariatric surgery- 2016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81AEE5-95CA-978C-05B6-05F06AABF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643" y="114947"/>
            <a:ext cx="1873077" cy="162241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6151492-8074-1079-FD2E-C48F166B2DB9}"/>
              </a:ext>
            </a:extLst>
          </p:cNvPr>
          <p:cNvSpPr/>
          <p:nvPr/>
        </p:nvSpPr>
        <p:spPr>
          <a:xfrm>
            <a:off x="3566159" y="2814320"/>
            <a:ext cx="528320" cy="172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82115-A4AE-0712-A186-287AC3F4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E13579-4391-E5A5-FA71-85863AAF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768" y="2403296"/>
            <a:ext cx="3390552" cy="339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4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119B-9797-69AD-585E-F6638272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8BA45B-9184-5A0A-51C2-78D6E26A1F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88E02-A656-1668-E1CE-44B5C57A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08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A6F9-72E3-4D70-A880-3389187F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 OF 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638A-7BF7-412B-9C05-B792A58C4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Enhanced recovery is a combination of elements of care for elective surgery which aims to: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Optimise</a:t>
            </a:r>
            <a:r>
              <a:rPr lang="en-US" dirty="0"/>
              <a:t> pre-operative preparation for surgery</a:t>
            </a:r>
          </a:p>
          <a:p>
            <a:pPr marL="0" indent="0">
              <a:buNone/>
            </a:pPr>
            <a:r>
              <a:rPr lang="en-US" dirty="0"/>
              <a:t>• Avoid iatrogenic problems such as postoperative ileus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Minimise</a:t>
            </a:r>
            <a:r>
              <a:rPr lang="en-US" dirty="0"/>
              <a:t> the stress response to surgery</a:t>
            </a:r>
          </a:p>
          <a:p>
            <a:pPr marL="0" indent="0">
              <a:buNone/>
            </a:pPr>
            <a:r>
              <a:rPr lang="en-US" dirty="0"/>
              <a:t>• Speed recovery and return to normal function</a:t>
            </a:r>
          </a:p>
          <a:p>
            <a:pPr marL="0" indent="0">
              <a:buNone/>
            </a:pPr>
            <a:r>
              <a:rPr lang="en-US" dirty="0"/>
              <a:t>• Early recognition of abnormal recovery and intervention if necessary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8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CDA3-BC50-751A-B0A0-F8BB367F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BENEFITS OF ERAS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3E5591-FBA7-6007-33A2-4080CDA9BD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93CCF-E573-8806-9E52-76005BA5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11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8701-4BDC-BD56-BD80-7486A6DC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RECOVERY PATHWAY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6530F1-E238-CCD6-722D-EB585BF0308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22642" y="2062481"/>
          <a:ext cx="10333038" cy="4795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4D6BE3-80B8-6362-6F18-B9BF51B36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59" y="1893150"/>
            <a:ext cx="10942321" cy="1876210"/>
          </a:xfrm>
        </p:spPr>
        <p:txBody>
          <a:bodyPr>
            <a:normAutofit/>
          </a:bodyPr>
          <a:lstStyle/>
          <a:p>
            <a:r>
              <a:rPr lang="en-IN" dirty="0"/>
              <a:t>The pathway starts with –</a:t>
            </a:r>
            <a:r>
              <a:rPr lang="en-IN" dirty="0">
                <a:highlight>
                  <a:srgbClr val="FFFF00"/>
                </a:highlight>
              </a:rPr>
              <a:t> the decision to  seek surgical opinion </a:t>
            </a:r>
            <a:r>
              <a:rPr lang="en-IN" dirty="0"/>
              <a:t>and</a:t>
            </a:r>
            <a:r>
              <a:rPr lang="en-IN" dirty="0">
                <a:highlight>
                  <a:srgbClr val="FFFF00"/>
                </a:highlight>
              </a:rPr>
              <a:t> </a:t>
            </a:r>
          </a:p>
          <a:p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continues through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follow-up of the patient after discharge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18413A-6CD8-7604-32C3-9CB6AE1B051D}"/>
              </a:ext>
            </a:extLst>
          </p:cNvPr>
          <p:cNvSpPr/>
          <p:nvPr/>
        </p:nvSpPr>
        <p:spPr>
          <a:xfrm rot="5400000">
            <a:off x="4572000" y="2407920"/>
            <a:ext cx="563880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99D47D-517A-147D-3CC8-900589FF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89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356CE2C-89BF-297F-2229-8C55B2F94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04800"/>
            <a:ext cx="10058400" cy="5831839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ED1B9-F987-FED7-8628-E45A0D8B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F539A1-A2E1-E206-77CB-1B7B1E85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498601"/>
          </a:xfrm>
        </p:spPr>
        <p:txBody>
          <a:bodyPr/>
          <a:lstStyle/>
          <a:p>
            <a:r>
              <a:rPr lang="en-US" dirty="0"/>
              <a:t>Enhanced recovery pathway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F5F92B-59AF-BA00-5478-31B58BC5A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1" y="486137"/>
            <a:ext cx="7634146" cy="550318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Aims at </a:t>
            </a:r>
            <a:r>
              <a:rPr lang="en-US" sz="2800" u="sng" dirty="0"/>
              <a:t>identifying &amp; managing risk factors </a:t>
            </a:r>
            <a:r>
              <a:rPr lang="en-US" sz="2800" dirty="0"/>
              <a:t>and comorbidities.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u="sng" dirty="0"/>
              <a:t>Patient counselling </a:t>
            </a:r>
            <a:r>
              <a:rPr lang="en-US" sz="2800" dirty="0"/>
              <a:t>&amp; involvement in decision making.(Verbal , written pamphlets , on-line websites)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Check understanding of </a:t>
            </a:r>
            <a:r>
              <a:rPr lang="en-US" sz="2800" u="sng" dirty="0"/>
              <a:t>expectations of post-operative recovery</a:t>
            </a:r>
            <a:r>
              <a:rPr lang="en-US" sz="2800" dirty="0"/>
              <a:t>. (Joint responsibility)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Correction of nutritional deficiencies 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Anemia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 In malnourished patients start T/t 7-10 days before and enteral solutions to continue 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atleast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 8 weeks postop.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u="sng" dirty="0">
                <a:latin typeface="Calibri" panose="020F0502020204030204" pitchFamily="34" charset="0"/>
                <a:cs typeface="Times New Roman" panose="02020603050405020304" pitchFamily="18" charset="0"/>
              </a:rPr>
              <a:t>Exercise Training ,Relaxation strategies , Sleep hygiene</a:t>
            </a:r>
            <a:endParaRPr lang="en-US" sz="2800" u="sng" dirty="0"/>
          </a:p>
          <a:p>
            <a:pPr marL="0" indent="0">
              <a:buNone/>
            </a:pPr>
            <a:r>
              <a:rPr lang="en-US" sz="2800" dirty="0"/>
              <a:t>                      </a:t>
            </a:r>
            <a:r>
              <a:rPr lang="en-US" sz="2800" b="1" dirty="0"/>
              <a:t>PREHABILITATION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9418B-613A-B792-5526-BA84DD459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280" y="3180080"/>
            <a:ext cx="3545840" cy="3379124"/>
          </a:xfrm>
        </p:spPr>
        <p:txBody>
          <a:bodyPr>
            <a:normAutofit lnSpcReduction="1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Pre-operative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Intra-operative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Immediate post-operative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Late post-operative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Recovery at home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86332-CB6A-CE1D-2171-19E28D4A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" y="0"/>
            <a:ext cx="4135120" cy="29565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2849A-B713-7B73-02EC-3B768E56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61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4C4A-4766-A25A-1289-984E67B1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903CD7-DB8C-6C2E-8D5A-CDFCD1355D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75760" y="304800"/>
          <a:ext cx="7426960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0341E-9E5E-A4C5-21A2-E66B4B219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C91DF-06B0-A704-53BA-F8AAD7E7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8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3952-FC2F-AB1C-5865-10220DC9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FAFA-8D60-80DA-D349-907E8FE88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720" y="196673"/>
            <a:ext cx="7498080" cy="592328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Fasting guideline </a:t>
            </a:r>
            <a:r>
              <a:rPr lang="en-IN" sz="2800" dirty="0"/>
              <a:t>(NPO time)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Solid food : up to 6 hours before induction of anesthesia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Clear liquid : up to 2 hours before induction of anesthesia- </a:t>
            </a:r>
          </a:p>
          <a:p>
            <a:pPr marL="201168" lvl="1" indent="0">
              <a:buNone/>
            </a:pPr>
            <a:r>
              <a:rPr lang="en-US" sz="2400" dirty="0"/>
              <a:t>    Helps to prevent the catabolic sate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Carbohydrate loading</a:t>
            </a:r>
            <a:r>
              <a:rPr lang="en-US" sz="2800" dirty="0"/>
              <a:t>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Oral complex carbohydrates (maltodextrin) with high concentration (12.5%)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100 gm (800 ml) administered the night before surgery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50 gm (400 ml) 2-3 hours before induction of anesthesia- </a:t>
            </a:r>
            <a:r>
              <a:rPr lang="en-US" sz="1900" dirty="0"/>
              <a:t>Lessen the discomfort and anxiety ,maintain lean body mass and muscle strength , accelerate return of bowel function , reduce insulin resistance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Selective mechanical bowel preparation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Side effects-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 Dehydration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Electrolyte disturbances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Unpleasant for the patient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5032D0F-D2B7-2239-8835-14FDA8438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D0162-596F-0519-0931-F8000B51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447" y="5244352"/>
            <a:ext cx="1721224" cy="953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F03A31-B579-10EE-0777-6C7D6BFE7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744"/>
            <a:ext cx="4109545" cy="291633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93A048-316C-0CFD-C10C-38A8C899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63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7314-2214-825C-15D9-26CFD719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FE47-0DB5-72B2-ACB9-81649884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9508" y="1021080"/>
            <a:ext cx="6633132" cy="3810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Thromboprophylaxis </a:t>
            </a:r>
            <a:r>
              <a:rPr lang="en-US" sz="2400" dirty="0"/>
              <a:t>: significant morbidity and mortality.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Prophylaxis-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u="sng" dirty="0"/>
              <a:t>Mechanical devices </a:t>
            </a:r>
            <a:r>
              <a:rPr lang="en-US" sz="2400" dirty="0"/>
              <a:t>: compressive stocking, intermittent pneumatic compression devices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u="sng" dirty="0"/>
              <a:t>Anticoagulants</a:t>
            </a:r>
            <a:r>
              <a:rPr lang="en-US" sz="2400" dirty="0"/>
              <a:t> : LMWH, unfragmented heparin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0FD6E-77F3-5199-2D14-E7043861D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17E71-E140-AE57-6D45-8433CD45D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600405"/>
            <a:ext cx="2914286" cy="19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97853-35B0-D352-10B5-9C81858A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59"/>
            <a:ext cx="3498111" cy="2286000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6D7DB6-5E4B-BB53-D70A-21B51CD2E255}"/>
              </a:ext>
            </a:extLst>
          </p:cNvPr>
          <p:cNvSpPr txBox="1">
            <a:spLocks/>
          </p:cNvSpPr>
          <p:nvPr/>
        </p:nvSpPr>
        <p:spPr>
          <a:xfrm>
            <a:off x="609600" y="3078480"/>
            <a:ext cx="3200400" cy="33791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indent="-457200">
              <a:buClr>
                <a:srgbClr val="E48312"/>
              </a:buClr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002060"/>
                </a:solidFill>
                <a:latin typeface="Calibri" panose="020F0502020204030204"/>
              </a:rPr>
              <a:t>Pre-operative </a:t>
            </a:r>
          </a:p>
          <a:p>
            <a:pPr marL="457200" indent="-457200">
              <a:buClr>
                <a:srgbClr val="E48312"/>
              </a:buClr>
              <a:buFont typeface="+mj-lt"/>
              <a:buAutoNum type="arabicPeriod"/>
              <a:defRPr/>
            </a:pPr>
            <a:r>
              <a:rPr lang="en-US" sz="2400" dirty="0">
                <a:latin typeface="Calibri" panose="020F0502020204030204"/>
              </a:rPr>
              <a:t>Intra-operative</a:t>
            </a:r>
          </a:p>
          <a:p>
            <a:pPr marL="457200" indent="-457200">
              <a:buClr>
                <a:srgbClr val="E48312"/>
              </a:buClr>
              <a:buFont typeface="+mj-lt"/>
              <a:buAutoNum type="arabicPeriod"/>
              <a:defRPr/>
            </a:pPr>
            <a:r>
              <a:rPr lang="en-US" sz="2400" dirty="0">
                <a:latin typeface="Calibri" panose="020F0502020204030204"/>
              </a:rPr>
              <a:t>Immediate post-operative</a:t>
            </a:r>
          </a:p>
          <a:p>
            <a:pPr marL="457200" indent="-457200">
              <a:buClr>
                <a:srgbClr val="E48312"/>
              </a:buClr>
              <a:buFont typeface="+mj-lt"/>
              <a:buAutoNum type="arabicPeriod"/>
              <a:defRPr/>
            </a:pPr>
            <a:r>
              <a:rPr lang="en-US" sz="2400" dirty="0">
                <a:latin typeface="Calibri" panose="020F0502020204030204"/>
              </a:rPr>
              <a:t>Late post-operative</a:t>
            </a:r>
          </a:p>
          <a:p>
            <a:pPr marL="457200" indent="-457200">
              <a:buClr>
                <a:srgbClr val="E48312"/>
              </a:buClr>
              <a:buFont typeface="+mj-lt"/>
              <a:buAutoNum type="arabicPeriod"/>
              <a:defRPr/>
            </a:pPr>
            <a:r>
              <a:rPr lang="en-US" sz="2400" dirty="0">
                <a:latin typeface="Calibri" panose="020F0502020204030204"/>
              </a:rPr>
              <a:t>Recovery at home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DA39F-2DEF-B9D9-DF55-4129C87E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13</a:t>
            </a:fld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EA577C5-923F-91DC-C077-28923A75289B}"/>
              </a:ext>
            </a:extLst>
          </p:cNvPr>
          <p:cNvSpPr/>
          <p:nvPr/>
        </p:nvSpPr>
        <p:spPr>
          <a:xfrm>
            <a:off x="8534402" y="4097482"/>
            <a:ext cx="251010" cy="3848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4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3BF2-D75B-73B9-D516-F30C7636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D7AC3-7F89-3B7D-C8EE-46C9F59E8F4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u="sng" dirty="0" err="1"/>
              <a:t>Premedicant</a:t>
            </a:r>
            <a:r>
              <a:rPr lang="en-IN" sz="2400" b="1" u="sng" dirty="0"/>
              <a:t> as per the requirement-</a:t>
            </a:r>
            <a:endParaRPr lang="en-IN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/>
              <a:t>Aim is to reduce surgical stress response.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Without any sedative properties (or short acting)</a:t>
            </a: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allay Pain- Acetaminophen , NSAIDs ,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Gabapentanoids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, Dexamethasone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Shorter acting pre-medications .(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α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agonists , Beta blockers)- improve pain relief , anticatabolic, reduce blood loss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 and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PONV.</a:t>
            </a:r>
          </a:p>
          <a:p>
            <a:pPr marL="201168" lvl="1" indent="0">
              <a:buNone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b="1" dirty="0"/>
              <a:t>Avoid Hyperglycaemia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Hypermetabolic stress response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 Risk of infection and Cardiovascular morbidity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Avoid </a:t>
            </a:r>
            <a:r>
              <a:rPr lang="en-IN" sz="2400" dirty="0" err="1"/>
              <a:t>Hypoglycemia</a:t>
            </a:r>
            <a:r>
              <a:rPr lang="en-IN" sz="2400" dirty="0"/>
              <a:t>.</a:t>
            </a:r>
          </a:p>
          <a:p>
            <a:pPr marL="201168" lvl="1" indent="0">
              <a:buNone/>
            </a:pP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BBA6C-7628-2BA0-7DB7-07AA43D1D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15ED1-2719-5E9F-070D-16BE01F1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0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F885F7-55DE-B3A1-39DB-75A456F3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084320" cy="28803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A1E8B8-CBC3-0560-8429-CCDE7C82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7028-F35E-CCD6-B55F-1472196328A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Antibiotic prophylaxis</a:t>
            </a:r>
          </a:p>
          <a:p>
            <a:pPr marL="0" indent="0">
              <a:buNone/>
            </a:pPr>
            <a:r>
              <a:rPr lang="en-US" sz="2800" dirty="0"/>
              <a:t>A single dose of antibiotic covering </a:t>
            </a:r>
            <a:r>
              <a:rPr lang="en-US" sz="2800" b="1" u="sng" dirty="0"/>
              <a:t>both aerobes and anaerobes</a:t>
            </a:r>
            <a:r>
              <a:rPr lang="en-US" sz="2800" dirty="0"/>
              <a:t> is recommended for infection prophylaxis.( Local Guidelines)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Administered just before the surgical incision(30-60 minutes before).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 </a:t>
            </a:r>
            <a:r>
              <a:rPr lang="en-US" sz="2800" b="1" dirty="0"/>
              <a:t>second dose </a:t>
            </a:r>
            <a:r>
              <a:rPr lang="en-US" sz="2800" dirty="0"/>
              <a:t>is administered for </a:t>
            </a:r>
            <a:r>
              <a:rPr lang="en-US" sz="2800" u="sng" dirty="0"/>
              <a:t>procedures lasting </a:t>
            </a:r>
            <a:r>
              <a:rPr lang="en-US" sz="2800" b="1" u="sng" dirty="0"/>
              <a:t>&gt; 4 </a:t>
            </a:r>
            <a:r>
              <a:rPr lang="en-US" sz="2800" b="1" u="sng" dirty="0" err="1"/>
              <a:t>hrs</a:t>
            </a:r>
            <a:r>
              <a:rPr lang="en-US" sz="2800" b="1" u="sng" dirty="0"/>
              <a:t> </a:t>
            </a:r>
            <a:r>
              <a:rPr lang="en-US" sz="2800" dirty="0"/>
              <a:t>or </a:t>
            </a:r>
            <a:r>
              <a:rPr lang="en-US" sz="2800" u="sng" dirty="0"/>
              <a:t>blood loss &gt; 1500 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Use of chlorohexidine alcohol skin wipes pre-incision , bowel preparation with antibiotics , glove/instrument change as well as antibiotic irrigation prior to closure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SSI’s          34%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Improves immune function and reduces inflammatory markers.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800" u="sn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4CAAD-D31F-D3F6-F592-E041A8304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8F0E-BE42-E0C9-9D00-B56D46FA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15</a:t>
            </a:fld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904222B-D850-1DCB-1FDE-43E2BA6AEA01}"/>
              </a:ext>
            </a:extLst>
          </p:cNvPr>
          <p:cNvSpPr/>
          <p:nvPr/>
        </p:nvSpPr>
        <p:spPr>
          <a:xfrm>
            <a:off x="5898776" y="4706470"/>
            <a:ext cx="394447" cy="4303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12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C6E4-69DC-CE6C-1E40-DB7CDC17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EB777D-E0ED-1FC7-8B56-AAC5502101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1720" y="1270000"/>
          <a:ext cx="6263640" cy="439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1BE4-B2D4-194B-F088-A33EC852F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" y="3078480"/>
            <a:ext cx="3200400" cy="3379124"/>
          </a:xfrm>
        </p:spPr>
        <p:txBody>
          <a:bodyPr>
            <a:normAutofit fontScale="925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7093C-4F8D-7A67-B158-2D346A504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084320" cy="307847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3A6FA5-FE76-2B06-3BC4-03DAC6A0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395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74D3B0-A06F-C716-F024-9D54D535D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114943" cy="31943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1E926-DF43-9C23-766B-82672B27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8"/>
            <a:ext cx="3200400" cy="244348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2A4EE-4067-4435-2501-4D140B02F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460" y="508000"/>
            <a:ext cx="7061200" cy="5842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>
              <a:buClr>
                <a:srgbClr val="E48312"/>
              </a:buClr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Pre-emptive analgesia- 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Modify nociception and maximize physiological and pharmacological benefits to promote quick recovery.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>
              <a:buClr>
                <a:srgbClr val="E4831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Titration of the inspired fractional concentration of oxygen to maintain PaO2 level ( Avoid hyperoxia)</a:t>
            </a:r>
          </a:p>
          <a:p>
            <a:pPr>
              <a:buClr>
                <a:srgbClr val="E4831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Lung protective mechanical ventilation.</a:t>
            </a:r>
          </a:p>
          <a:p>
            <a:pPr>
              <a:buClr>
                <a:srgbClr val="E4831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Reducing levels of volatile anesthetics(0.7-1.3MAC) (Monitoring the depth BIS 40-60 , End tidal concentration of anesthetics)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 Nitrous Oxide( PONV, Accumulates in third cavities , increases thrombotic morbidity)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 and Medium acting neuromuscular agent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Anaesthetic drugs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minimal</a:t>
            </a:r>
          </a:p>
          <a:p>
            <a:pPr marL="635508" lvl="1" indent="-34290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post-operative hangover </a:t>
            </a:r>
          </a:p>
          <a:p>
            <a:pPr marL="635508" lvl="1" indent="-34290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 on gastric motility.</a:t>
            </a:r>
          </a:p>
          <a:p>
            <a:pPr marL="292608" lvl="1" indent="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40993-4C64-0CB4-ECB1-A08E3B1A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680" y="3194396"/>
            <a:ext cx="3200400" cy="3379124"/>
          </a:xfrm>
        </p:spPr>
        <p:txBody>
          <a:bodyPr>
            <a:normAutofit fontScale="925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5F5DE-55C6-6692-66F7-6D328D2E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15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1ABF51-21C5-D19A-0E5A-C8BD238F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166552" cy="32207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CEA3-5172-C735-66DB-EB3A10DFA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731520"/>
            <a:ext cx="6934200" cy="5573684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INTRAVASCULAR STATUS-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Optimize fluid M/M-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Maintain central euvolemia (Avoid </a:t>
            </a:r>
            <a:r>
              <a:rPr lang="en-US" sz="2400" dirty="0" err="1"/>
              <a:t>interstitium</a:t>
            </a:r>
            <a:r>
              <a:rPr lang="en-US" sz="2400" dirty="0"/>
              <a:t> shift)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Minimize salt &amp; water excess.(Vasopressors to be used)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Balanced crystalloids are recommended.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IN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Approach to fluid M/M-( Return of bowel function ,lowers urinary tract infections and SSIs)</a:t>
            </a:r>
          </a:p>
          <a:p>
            <a:pPr lvl="1" indent="-9144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Zero-balance fluid therapy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risk patient undergoing low risk surgery.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1-3ml/kg/hr of balanced salt solution (maintain preop body weight, &gt; 2.5kg)</a:t>
            </a:r>
          </a:p>
          <a:p>
            <a:pPr lvl="1" indent="-9144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Goal-directed fluid therapy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(GDFT)-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minimally invasive cardiac output monitor, </a:t>
            </a:r>
            <a:r>
              <a:rPr kumimoji="0" lang="en-I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esophageal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doppler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Judicious use of colloids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risk patient, patient undergoing surgery with large intravascular volume loss</a:t>
            </a:r>
          </a:p>
          <a:p>
            <a:pPr marL="761238" lvl="2" indent="-2857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Inotropes if Cardiac index&lt; 2.5l/min)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2" indent="-9144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IN" sz="2400" dirty="0">
              <a:solidFill>
                <a:srgbClr val="000000">
                  <a:lumMod val="75000"/>
                  <a:lumOff val="25000"/>
                </a:srgbClr>
              </a:solidFill>
              <a:latin typeface="Calibri" panose="020F0502020204030204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IN" sz="2400" dirty="0">
              <a:solidFill>
                <a:srgbClr val="000000">
                  <a:lumMod val="75000"/>
                  <a:lumOff val="25000"/>
                </a:srgbClr>
              </a:solidFill>
              <a:latin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8C8EC-1B3A-8A22-2319-E1F414C35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4160" y="3403599"/>
            <a:ext cx="3200400" cy="3379124"/>
          </a:xfrm>
        </p:spPr>
        <p:txBody>
          <a:bodyPr>
            <a:normAutofit fontScale="925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0BDA7-AF34-6929-DEBC-50D1036F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633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ABF0C4-507D-6062-8974-7575CDE6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0"/>
            <a:ext cx="4145280" cy="292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09789-A454-9181-B51E-FBEFAA20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7AE89-F0E7-8D6E-577F-4F481998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243" y="800100"/>
            <a:ext cx="6492240" cy="5257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Hypothermia –Avoid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Delayed wound healing , increase infection , increase blood loss, increase cortisol levels , increased oxygen consumption , extends action of </a:t>
            </a:r>
            <a:r>
              <a:rPr lang="en-IN" sz="2400" dirty="0" err="1"/>
              <a:t>anesthetic</a:t>
            </a:r>
            <a:r>
              <a:rPr lang="en-IN" sz="2400" dirty="0"/>
              <a:t> drugs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of active warming devices in all cases lasting &gt; 30 mins (Under GA the core temp.&lt;0.5-1.5 ˚C 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Forced air warming 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Warmed IV solution , Warmed irrigated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Avoid shivering by using pethidine 0.25-0.5 mg/kg, , tramadol, clonidine, </a:t>
            </a:r>
            <a:r>
              <a:rPr lang="en-US" sz="2400" dirty="0" err="1"/>
              <a:t>dextomidn</a:t>
            </a:r>
            <a:r>
              <a:rPr lang="en-US" sz="2400" dirty="0"/>
              <a:t>, magnesium sulphate.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DC2EA-9414-444A-1C04-B22F51680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BF883-7969-A48B-C625-931CFEAD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288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F2B5-A535-E603-2AD7-C63DBD0F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2207B-4492-E85E-D332-BB5EEE05A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0" y="594359"/>
            <a:ext cx="6842760" cy="53949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 use of surgical drains and catheters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Nasogastric tube-  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prolonging paralytic ileus , predisposing to pulmonary aspiration.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2800" b="1" dirty="0"/>
              <a:t>Urinary catheters- </a:t>
            </a:r>
            <a:r>
              <a:rPr lang="en-US" sz="2800" dirty="0"/>
              <a:t>are to be removed as early as possible irrespective of epidural catheter</a:t>
            </a:r>
          </a:p>
          <a:p>
            <a:r>
              <a:rPr lang="en-US" sz="2800" dirty="0"/>
              <a:t>• Lower abdominal-pelvic surgeries : within 72 </a:t>
            </a:r>
            <a:r>
              <a:rPr lang="en-US" sz="2800" dirty="0" err="1"/>
              <a:t>hrs</a:t>
            </a:r>
            <a:r>
              <a:rPr lang="en-US" sz="2800" dirty="0"/>
              <a:t> of surgery </a:t>
            </a:r>
          </a:p>
          <a:p>
            <a:r>
              <a:rPr lang="en-US" sz="2800" dirty="0"/>
              <a:t>• Most of the other surgeries : within 24 </a:t>
            </a:r>
            <a:r>
              <a:rPr lang="en-US" sz="2800" dirty="0" err="1"/>
              <a:t>hrs</a:t>
            </a:r>
            <a:endParaRPr lang="en-US" sz="2800" dirty="0"/>
          </a:p>
          <a:p>
            <a:r>
              <a:rPr lang="en-US" sz="2800" dirty="0"/>
              <a:t>( Increase in CAUTI risk by 5% per day)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endParaRPr 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14F0-24FA-C6FE-44CD-F5E0D0FC0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5920" y="3159760"/>
            <a:ext cx="3200400" cy="3379124"/>
          </a:xfrm>
        </p:spPr>
        <p:txBody>
          <a:bodyPr>
            <a:normAutofit fontScale="925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BEC71-A25E-F506-492D-4254C4D8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3D18E-2FE8-2BAF-0A66-5C8DEA7B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0"/>
            <a:ext cx="4104640" cy="304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44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60ED-3864-48B7-DCEA-957CB27D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B944-E1DA-30E2-4CFB-8DEC6A948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055" y="463204"/>
            <a:ext cx="7368104" cy="5842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/>
              <a:t>Early and Adequate nutrition-</a:t>
            </a:r>
            <a:r>
              <a:rPr lang="en-US" b="1" u="sng" dirty="0"/>
              <a:t> </a:t>
            </a:r>
            <a:r>
              <a:rPr lang="en-US" dirty="0"/>
              <a:t>Decreased ileus , enhance wound </a:t>
            </a:r>
            <a:r>
              <a:rPr lang="en-US" dirty="0" err="1"/>
              <a:t>healing</a:t>
            </a:r>
            <a:r>
              <a:rPr lang="en-US" sz="2800" dirty="0" err="1"/>
              <a:t>,</a:t>
            </a:r>
            <a:r>
              <a:rPr lang="en-US" dirty="0" err="1"/>
              <a:t>reduce</a:t>
            </a:r>
            <a:r>
              <a:rPr lang="en-US" dirty="0"/>
              <a:t> </a:t>
            </a:r>
            <a:r>
              <a:rPr lang="en-US" dirty="0" err="1"/>
              <a:t>infection,maintain</a:t>
            </a:r>
            <a:r>
              <a:rPr lang="en-US" dirty="0"/>
              <a:t> muscle strength.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Early enteral nutrition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Return to normal fluids and diets as soon as tolerated.(Maintain hydration)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Discontinue IV fluids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drinking.(1.5l/day)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High protein diet(&gt;50% of protein/kcal)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Benefit of 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immunonutrition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 - arginine, glutamine, omega-3 fatty acids and nucleotides.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7EC18-8DFB-2FC3-3242-44823E3C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841" y="3101339"/>
            <a:ext cx="3402199" cy="3358445"/>
          </a:xfrm>
        </p:spPr>
        <p:txBody>
          <a:bodyPr>
            <a:normAutofit lnSpcReduction="1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 sz="2800" b="1" dirty="0">
                <a:solidFill>
                  <a:srgbClr val="002060"/>
                </a:solidFill>
                <a:latin typeface="Calibri" panose="020F0502020204030204"/>
              </a:rPr>
              <a:t>P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5E80C-C05A-3A88-B442-99EDD9D39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5120" cy="292274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B6C60-EB68-BD0B-615C-57437369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85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60ED-3864-48B7-DCEA-957CB27D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B944-E1DA-30E2-4CFB-8DEC6A948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055" y="484470"/>
            <a:ext cx="7368104" cy="5842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Early mobility-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Patient empowerment(written 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target,preop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 physical activity, record keeping)</a:t>
            </a:r>
            <a:endParaRPr kumimoji="0" lang="en-US" sz="2800" i="0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 skeletal muscle loss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Improve respiratory function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Decrease in pulmonary and thromboembolic complications.</a:t>
            </a:r>
          </a:p>
          <a:p>
            <a:pPr marL="749808" lvl="1" indent="-45720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Sit out of bed for 2 hours on the day of surgery and 6 hours a day until D/C.</a:t>
            </a:r>
          </a:p>
          <a:p>
            <a:pPr marL="749808" lvl="1" indent="-45720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6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Daily procedure specific goal.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9808" lvl="1" indent="-45720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Physiotherapy and rehabilitation is vital to help.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Discharge, when criteria met.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7EC18-8DFB-2FC3-3242-44823E3C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841" y="3042355"/>
            <a:ext cx="3402199" cy="3358445"/>
          </a:xfrm>
        </p:spPr>
        <p:txBody>
          <a:bodyPr>
            <a:normAutofit lnSpcReduction="1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Preparing for surgery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Pre-operative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Immediate post-operative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 sz="2800" b="1" dirty="0">
                <a:solidFill>
                  <a:srgbClr val="002060"/>
                </a:solidFill>
                <a:latin typeface="Calibri" panose="020F0502020204030204"/>
              </a:rPr>
              <a:t>P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-operative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 at home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5E80C-C05A-3A88-B442-99EDD9D39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5120" cy="292274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B6C60-EB68-BD0B-615C-57437369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0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5B4E-CC81-1D88-0B61-FAA91516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2E2B-26E9-715F-B465-B6B9E406E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FEAR OF COMPLICATIONS ( </a:t>
            </a:r>
            <a:r>
              <a:rPr lang="en-US" sz="2400" dirty="0" err="1"/>
              <a:t>Eg.</a:t>
            </a:r>
            <a:r>
              <a:rPr lang="en-US" sz="2400" dirty="0"/>
              <a:t> Aspiration risk)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LOGISTIC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ILLITERACY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INABILITY TO RECOGNISE EARLY WARNING SIGNS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LACK OF TRAINED PERSONNEL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POOR TELECOMMUNICTAIONS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LACK OF COORDINATION AMONG MULTISPECIALITY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INFRASCTRUCTURE RELATED ISSUE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FC03D-0BA5-C269-6B07-527E8EFE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8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86E6-C947-461F-B846-2F4E76F9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7B9-3D48-476F-8CA2-445B35D82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application of ERAS has certainly changed the perioperative practice to have a smoother ride for the patients throughout the perioperative period of stress.</a:t>
            </a:r>
          </a:p>
          <a:p>
            <a:r>
              <a:rPr lang="en-US" sz="2800" dirty="0"/>
              <a:t>ERAS is simply a careful coordinated multidisciplinary approach, adherence to which has better clinical outcome.</a:t>
            </a:r>
          </a:p>
          <a:p>
            <a:r>
              <a:rPr lang="en-US" sz="2800" dirty="0"/>
              <a:t>In patients undergoing craniotomy considerations such as techniques for scalp blocks, non‑opioid alternatives for pain control and improved outcomes with minimally invasive surgery are little different from the traditional ERAS concept.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89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1485-9AD3-983C-9EE5-47052BE1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9850">
              <a:lnSpc>
                <a:spcPts val="3600"/>
              </a:lnSpc>
              <a:spcAft>
                <a:spcPts val="800"/>
              </a:spcAft>
            </a:pPr>
            <a:r>
              <a:rPr lang="en-IN" sz="48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Gill Sans MT" panose="020B0502020104020203" pitchFamily="34" charset="0"/>
              </a:rPr>
              <a:t>R</a:t>
            </a:r>
            <a:r>
              <a:rPr lang="en-IN" sz="4800" spc="5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Gill Sans MT" panose="020B0502020104020203" pitchFamily="34" charset="0"/>
              </a:rPr>
              <a:t>E</a:t>
            </a:r>
            <a:r>
              <a:rPr lang="en-IN" sz="48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Gill Sans MT" panose="020B0502020104020203" pitchFamily="34" charset="0"/>
              </a:rPr>
              <a:t>FER</a:t>
            </a:r>
            <a:r>
              <a:rPr lang="en-IN" sz="4800" spc="5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Gill Sans MT" panose="020B0502020104020203" pitchFamily="34" charset="0"/>
              </a:rPr>
              <a:t>E</a:t>
            </a:r>
            <a:r>
              <a:rPr lang="en-IN" sz="480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Gill Sans MT" panose="020B0502020104020203" pitchFamily="34" charset="0"/>
              </a:rPr>
              <a:t>NCE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B1420-B58D-9A94-9884-331AD517B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 err="1"/>
              <a:t>Moningi</a:t>
            </a:r>
            <a:r>
              <a:rPr lang="en-IN" dirty="0"/>
              <a:t>, </a:t>
            </a:r>
            <a:r>
              <a:rPr lang="en-IN" dirty="0" err="1"/>
              <a:t>Srilata</a:t>
            </a:r>
            <a:r>
              <a:rPr lang="en-IN" dirty="0"/>
              <a:t> et al. “Enhanced recovery after surgery: An </a:t>
            </a:r>
            <a:r>
              <a:rPr lang="en-IN" dirty="0" err="1"/>
              <a:t>anesthesiologist's</a:t>
            </a:r>
            <a:r>
              <a:rPr lang="en-IN" dirty="0"/>
              <a:t> perspective.” Journal of anaesthesiology, clinical pharmacology vol. 35,Suppl 1 (2019): S5-S13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Feldheiser</a:t>
            </a:r>
            <a:r>
              <a:rPr lang="en-IN" dirty="0"/>
              <a:t> A, Aziz O, </a:t>
            </a:r>
            <a:r>
              <a:rPr lang="en-IN" dirty="0" err="1"/>
              <a:t>Baldini</a:t>
            </a:r>
            <a:r>
              <a:rPr lang="en-IN" dirty="0"/>
              <a:t> G, et al. Enhanced Recovery After Surgery (ERAS) for gastrointestinal surgery, part 2: consensus statement for anaesthesia practice. Acta </a:t>
            </a:r>
            <a:r>
              <a:rPr lang="en-IN" dirty="0" err="1"/>
              <a:t>Anaesthesiol</a:t>
            </a:r>
            <a:r>
              <a:rPr lang="en-IN" dirty="0"/>
              <a:t> Scand. 2016;60(3):289-334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About [Internet]. ERAS® Society. [cited 2022 Oct 2]. Available from: </a:t>
            </a:r>
            <a:r>
              <a:rPr lang="en-US" dirty="0">
                <a:hlinkClick r:id="rId2"/>
              </a:rPr>
              <a:t>https://erassociety.org/about/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History [Internet]. ERAS® Society. [cited 2022 Oct 2]. Available from: https://erassociety.org/about/history/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A2E33-3698-1766-5D8F-FBAA3404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F51FE-1D28-4BA9-A0E2-9FFCBE26FEC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924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11569</TotalTime>
  <Words>1663</Words>
  <Application>Microsoft Office PowerPoint</Application>
  <PresentationFormat>Widescreen</PresentationFormat>
  <Paragraphs>295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Gill Sans MT</vt:lpstr>
      <vt:lpstr>Wingdings</vt:lpstr>
      <vt:lpstr>Office Theme</vt:lpstr>
      <vt:lpstr>ENHANCED RECOVERY AFTER SURGERY (ERAS) </vt:lpstr>
      <vt:lpstr>OUTLINE</vt:lpstr>
      <vt:lpstr>INTRODUCTION</vt:lpstr>
      <vt:lpstr>History</vt:lpstr>
      <vt:lpstr>Principles</vt:lpstr>
      <vt:lpstr>AIMS OF ERAS</vt:lpstr>
      <vt:lpstr>BENEFITS OF ERAS</vt:lpstr>
      <vt:lpstr>ENHANCED RECOVERY PATHWAY</vt:lpstr>
      <vt:lpstr>PowerPoint Presentation</vt:lpstr>
      <vt:lpstr>Enhanced recovery pathway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</vt:lpstr>
      <vt:lpstr>CONCLUSION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RECOVERY AFTER SURGERY (ERAS) </dc:title>
  <dc:creator>Amina Nura Yakasai</dc:creator>
  <cp:lastModifiedBy>Amina Nura Yakasai</cp:lastModifiedBy>
  <cp:revision>2</cp:revision>
  <dcterms:created xsi:type="dcterms:W3CDTF">2026-08-27T13:39:15Z</dcterms:created>
  <dcterms:modified xsi:type="dcterms:W3CDTF">2026-09-04T14:28:29Z</dcterms:modified>
</cp:coreProperties>
</file>